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claim is graded. Honestly — we grade our own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about provenance: this deck's repo is the fork; the official ex-company repo is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starting model: linear pipeline. The framework is its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Learned from v1's machine drift; v2 encodes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Canvas: mark the plan-protocol claim as the most original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stack today and the fastest onboarding stack: Claude Code harness, GitHub PRs, Vercel deploys, Supabase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will ask 'what's original' - answer honestly before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roster; the method is the chain: spec gate -&gt; plan gate -&gt; TDD -&gt; QA -&gt;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Greenfield: /asdlc-project. Brownfield: /asdlc-adopt. Doctor verifies at any stage. Each stage = one skill 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decides, PM serializes, dev/qa execute with gates. Three lanes, two approvals, one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verified live via fcc-claude earlier. Cases: named, and confounds labeled.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 slide exists so the results are read with their confounds in frame, not as bare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bench-kit table. Read the B line out loud: halted at max_turns with more spent. The framework's value concentrates exactly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runs, 3 arms, real numbers, real gaps. Read the R4 line out loud: the guardrail is advisory — that is the honesty that earns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slide time: every artifact referenced here exists and is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pitch: an agent team that builds and markets, running overnight with no human. It worked — until the machine drifted.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version of the story: v1 worked until it drifted. v2 gave up overnight autonomy for gates that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gaps. That is the part we defend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2734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HARNESS  ·  PLUGIN  ·  v2.8.0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SDLC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AI-SDLC framework built from delivery experience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 ·  17 skills  ·  spec-first  ·  test-first  ·  evidence-gated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one of these grades: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62356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59612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562356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55961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62356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5A6B9E"/>
          </a:solidFill>
          <a:ln w="12700">
            <a:solidFill>
              <a:srgbClr val="5A6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55961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562356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7C8698"/>
          </a:solidFill>
          <a:ln w="12700">
            <a:solidFill>
              <a:srgbClr val="7C86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5596128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github.com/trac41799/claude-code-agentic-sdlc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TINKER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 first — the official repo is read-only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runs and experiments belong on your own fork. Never commit to the official ex-company repo.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AF5EC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· YOUR FORK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Tinkering · benchmark runs · extensions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github.com/trac41799/claude-code-agentic-sdlc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069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it, clone it, run bench/greenfield.py on your own cases.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3774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BF3E2"/>
          </a:solidFill>
          <a:ln w="15875">
            <a:solidFill>
              <a:srgbClr val="B98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560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· EX-COMPANY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30175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reference — do not commit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3566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github.com/talentedgeai/infinite-leverage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0690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history — v1 and the v2 lineage live here.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93776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benchmark evidence lands on your fork — the official repo stays a clean reference.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team-shaped framework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changed the bottleneck. The product is the process.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loss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cold.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88536" y="2194560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tax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62856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loses fidelity.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91272" y="2194560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shift it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165592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is process, not code.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754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96312" y="461772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4754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096512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6824" y="461772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4754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07024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17336" y="461772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4754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17536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27848" y="461772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7848" y="4754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28048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38360" y="461772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38360" y="4754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" y="562356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standard SDLC, agent-executed: from idea to clean POC.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685800" y="612648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5A6B9E"/>
          </a:solidFill>
          <a:ln w="12700">
            <a:solidFill>
              <a:srgbClr val="5A6B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09904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asked for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8356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585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0" y="22585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non-technical founders, one engineer of support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044952"/>
            <a:ext cx="108356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0" y="3154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working POC in days — clean codebase + docs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941064"/>
            <a:ext cx="108356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507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40507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Greenfield-first \u00B7 maps to standard SDLC phases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4837176"/>
            <a:ext cx="108356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9469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494690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 — the human decides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5532120"/>
            <a:ext cx="10835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we imposed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6035040"/>
            <a:ext cx="10835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global  ·  no hooks  ·  all change via PR  ·  operator gates every decision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repo, three layers, five decisions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runtime · product — each decision kills a known failure.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579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MARKETPLACE = CANONICAL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commands update via marketplace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999232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EAF0FB"/>
          </a:solidFill>
          <a:ln w="15875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540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PER-PROJECT TEAM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· 17 skills · in project .claude/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" y="3895344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F4F9F5"/>
          </a:solidFill>
          <a:ln w="15875">
            <a:solidFill>
              <a:srgbClr val="F4F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950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SCAFFOLD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2793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 · Vercel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global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248716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drift killed v1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2889504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9443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agents, skills on demand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27355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budget stays deliberate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3675888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7307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Plan-protocol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405993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undeclared mega-PRs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4462272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51713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updates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92240" y="484632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zip/curl to rot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5248656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3035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 at spec/plan/PR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92240" y="563270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decides, team executes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608076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05332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6108192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enforces manifests, lockstep versions, counts, no-global-install.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tools the team lives in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· the change · the delivery · the data — also the fastest client onboarding stack.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128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337560" y="228600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5A6B9E"/>
          </a:solidFill>
          <a:ln w="12700">
            <a:solidFill>
              <a:srgbClr val="5A6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258568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skills · slash commands. Every gate (spec · plan · PR) is an operator decision in the loop.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the 4-agent team executes 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128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915400" y="228600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5A6B9E"/>
          </a:solidFill>
          <a:ln w="12700">
            <a:solidFill>
              <a:srgbClr val="5A6B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2585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 CI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 via PR, never self-merged. CI enforces manifests, version lockstep, skill counts, no-global-install.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and the merge gate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41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337560" y="411480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5A6B9E"/>
          </a:solidFill>
          <a:ln w="12700">
            <a:solidFill>
              <a:srgbClr val="5A6B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408736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per PR · prod from main. The Deploy lane of the cycle — what clients see as “it went live”.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deploys; preview URLs on every PR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9319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041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915400" y="411480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5A6B9E"/>
          </a:solidFill>
          <a:ln w="12700">
            <a:solidFill>
              <a:srgbClr val="5A6B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15400" y="40873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4572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 + Storage in the scaffold, free tier. No infra decisions for a new client.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5257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and identity in the project scaffold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5852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= Next.js on Vercel + Supabase — the same stack a new client adopts in days, with no infra decisions.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92640" y="585216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582472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Adopted vs built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MIT-credited adaptions; the orchestration layer is ours.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BF3E2"/>
          </a:solidFill>
          <a:ln w="15875">
            <a:solidFill>
              <a:srgbClr val="B98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· mattpocock/skills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97180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44368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DEV-TDD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97180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94436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QA-TRIAGE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538728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112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GRILL-WITH-DOCS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3538728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5112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TO-ISSUES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4105656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7822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SETUP-PRE-COMMIT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4105656"/>
            <a:ext cx="153619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07822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GIT-GUARDRAILS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8920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Adapted, kept MIT credit, wired into the team.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219456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EAF5EC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77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IN-HOUSE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37960" y="2971800"/>
            <a:ext cx="208483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94436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PLAN-PROTOCOL ENGINE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23960" y="297180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29443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DEV-FEATURE-PLAN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3538728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51129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CHAIN (5 SKILLS)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23960" y="3538728"/>
            <a:ext cx="181051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351129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DEVOPS-CICD · OPS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4105656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07822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WEB-PUBLISHER-PUBLISH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23960" y="4105656"/>
            <a:ext cx="217627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407822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COMMANDS + SCAFFOLD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48920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hybrid: industry patterns + orchestration layer.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598932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96188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94560" y="60167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verified per skill frontmatter.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+ method: SDD decides, TDD proves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product-manager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8696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· epics · status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47288" y="21488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8456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48456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 · publishing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08776" y="21488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9944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triage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70264" y="21488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71432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guardrails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 start without an approved plan. No self-merges. All change via PR.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BF3E2"/>
          </a:solidFill>
          <a:ln w="15875">
            <a:solidFill>
              <a:srgbClr val="B98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SPEC-FIRST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50749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before code. Plan is the contract.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5577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approves spec AND plan.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63640" y="44348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EAF5EC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6177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TEST-FIRST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5074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first, then minimal green. Refactor.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37960" y="5577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= gates passed with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SDLC cycle, two entry points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· brownfield · slash commands mark every stage.</a:t>
            </a:r>
            <a:endParaRPr lang="en-US" sz="2000" dirty="0"/>
          </a:p>
        </p:txBody>
      </p:sp>
      <p:pic>
        <p:nvPicPr>
          <p:cNvPr id="5" name="Image 0" descr="D:\TRANSFER DATA\Coding\claude-code-agentic-sdlc\docs\slides/sdlc-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10881360" cy="3950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standard SDLC — the framework maps a skill to each stage and a command to each entry.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request: first command → merged PR</a:t>
            </a:r>
            <a:endParaRPr lang="en-US" sz="4400" dirty="0"/>
          </a:p>
        </p:txBody>
      </p:sp>
      <p:pic>
        <p:nvPicPr>
          <p:cNvPr id="4" name="Image 0" descr="D:\TRANSFER DATA\Coding\claude-code-agentic-sdlc\docs\slides/workflow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0"/>
            <a:ext cx="11384280" cy="4133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080760"/>
            <a:ext cx="11384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gate · plan gate · TDD per task · QA before merge — the diagram IS the two-phase story.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commands. Two one-week POCs.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FROM THE RECOMMENDED FORK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marketplace add trac41799/claude-code-agentic-sdlc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agentic-sdlc@agentic-sdlc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/asdlc-doctor · /asdlc-project (new repo) · /asdlc-adopt (existing)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 ORIGIN · EX-COMPANY, READ-ONLY · github.com/talentedgeai/infinite-leverage — tinker on your fork, never commit here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1083564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10565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WorkHealthyAustralia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23360" y="4069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· healthcare — janet.care (personal healthcare AI-assistant) + occuspan.com · POC in 1 week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4983480"/>
            <a:ext cx="1083564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11149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DOXA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3360" y="5074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staffing — multiple projects under NDA · POC in 1 week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5870448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non-technical founders, one engineer of support, one engineer of trust.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61722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14476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6199632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Confounded: model mix drifted mid-build · no cost tracking · n = 2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FIRST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benchmark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before numbers — same model, frozen tasks, metered, non-merge.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585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88920" y="225856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bare · A′ framework passive · A framework activated (routing + lanes)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916936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2666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30266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commit · same model pin · identical frozen task text · same tooling flags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685032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37947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JSON: turns, tokens in/out, cost · wall clock · outcome gates (pytest / node --test)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453128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628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456285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acceptance (no live DB, no deploys) · exp branches, never merged to main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221224"/>
            <a:ext cx="1083564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309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53309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+ hidden rubric checks (crash-safety, idempotency, concurrency) + traceability (spec→plan→tasks artifacts)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603504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this deck's results slide came from the bench kit in the repo — rerun any cell with one command (docs/benchmarks/BENCHMARK-SUMMARY.md).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RAW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output, verbatim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bench-kit output — GREENFIELD-3 (rate-limited SSE proxy), same model, same brief.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3492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         A activated       B bare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7203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(min)            6.5          27.4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900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turns                  56            61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25983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                1.08          2.84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52958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tokens           50991         85443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7993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tokens          42779        144366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GATE · pytest tests/ -q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3388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24 passed [COMPLETED] · 56 turns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0857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22 passed [HALTED] · 61 turns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87832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terminal: max_turns (mid-tool-use)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4406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A finished at 56 turns; B was stopped mid-tool-use at 61 — more spent, less delivered.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BARE — 27.4 min · $2.84 · 22 tests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  tests/  — no spec/plan/tasks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 halted before completion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ACTIVATED — 6.5m · $1.08 · 24 tests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3502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  tests/  docs/qa/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776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docs/product/product.md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4050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.specify/features/rate-limited-sse-proxy/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325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spec.md · impl-plan.md · tasks.md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0" y="4599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QA lane verified the work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" y="580644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arm finished 4.2× faster — and left a traceability trail.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85800" y="621792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gates only — the devops lanes (CI · Vercel ops · rollback) fire on live projects, not in a lab bench.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4 RUNS, 3 ARMS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Measured: bare vs passive vs activated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repos · frozen tasks · one model · metered. Non-merge exp branches (froam).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BARE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A′ · PASSIVE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18470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ACTIVATED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4942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add-tests (trivial)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57600" y="2249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$0.63 · 6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2249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$0.62 · 7 tests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22494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$0.47 · 10 tests · 2.5× turns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962656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DB + RLS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576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 · 11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$0.27 · 11 tests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$0.67 · 11 tests + plan/QA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822192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684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fragile refactor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657600" y="3968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· restraint pass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968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39684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advisory violated · prod-correct when approved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4681728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280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vertical FE+BE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657600" y="4828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$0.94 · 4 tests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4828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8280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$0.98 · 4 tests + plan/tasks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62356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passive ≈ bare (placebo) · activation tax scales with ceremony, benefit with risk · restraint is advisory, not structural — the QA lane is the value on risky approved change.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6144768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gap fixed via dev-agent-router (16 to 17 skills) · model pinned since R2 · SWE-bench-style floor check: pending · —/ n/a = not run.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in the repo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· bench kit · evidence · demo guide — one link each, all public.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756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fork — framework · plugin · bench kit · deck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0" y="20756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trac41799/claude-code-agentic-sdlc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28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evidence — 12 runs, repro commands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0" y="25328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docs/benchmarks/BENCHMARK-SUMMARY.md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900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run guide (≤10 min)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29900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docs/demo/live-demo-guide.md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472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setup — 5 prompts for non-technical founders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75120" y="34472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docs/guide/CLIENT-SETUP.md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8404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044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product — FE (froam)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75120" y="39044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trac41799/froam-journey-platform-fe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616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product — BE (froam)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43616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trac41799/travelbuddy-agentic-be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7548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188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origin (ex-company) — v1 history, read-only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675120" y="48188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talentedgeai/infinite-leverage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52120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2760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cases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75120" y="52760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janet.care · occuspan.com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5669280"/>
            <a:ext cx="10835640" cy="420624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7332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stack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75120" y="57332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claude.com · github.com · vercel.com · supabase.com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621792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 results slides reruns with one command from the bench kit.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— the fully automated agent-team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“Infinite Leverage” (2026) · reconstructed from the public commit tree.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BF3E2"/>
          </a:solidFill>
          <a:ln w="15875">
            <a:solidFill>
              <a:srgbClr val="B98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SCOPE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agents — dev + 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072384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DEV: product-manager · developer · devops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qa · web-publisher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73075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MKT: writer · designer · email-marketer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059936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(+ marketing-strategist)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389120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install: ~/.claude/ agents · hooks 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718304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skills · scheduled-tasks (zip + patch)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047488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workflow skills, zipped per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5376672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Settings: Bash(*) grant · acceptEdits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10312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EAF0FB"/>
          </a:solidFill>
          <a:ln w="15875">
            <a:solidFill>
              <a:srgbClr val="5A6B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286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— NO HUMAN IN THE LOOP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78408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2999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pm-daily-plan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0" y="29992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07:03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784080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auto-approve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3264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pm-standup-compile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0" y="32644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18:07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784080" y="3264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3529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pm-eod-summary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0" y="35295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18:37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84080" y="3529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3794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pm-weekly-rag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686800" y="3794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17:07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84080" y="3794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4059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writer-weekly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86800" y="40599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09:03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784080" y="4059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 brief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37960" y="4325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designer-weekly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86800" y="43251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09:03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784080" y="4325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hero.webp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37960" y="4590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web-publisher-weekly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686800" y="45902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09:03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784080" y="4590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+ idx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537960" y="4855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email-marketer-weekly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686800" y="48554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 10:03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784080" y="4855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newsletter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537960" y="5120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devops-daily health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86800" y="51206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06:00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784080" y="5120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37960" y="546811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CronCreate → RemoteTrigger (cloud-persistent)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537960" y="5724144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pre-bash · prompt-submit · SessionStart/End · telemetry → Supabase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85800" y="6053328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602589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286000" y="60533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trail: 5c89076 “8 scheduled task templates using CronCreate” (durable=true · auto-expire 7 days)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28600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Supporting: 9291df3 · b753023 · a218b79 hooks · fff7a9a telemetry · e2d5d67 init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→ v2: what changed, and why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 — leverage. Different trust model.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INFINITE LEVERAGE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9516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AGENTIC SDLC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084832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surface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21579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 global — zip + patch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95160" y="21579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plugin · per-project .claude/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578608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51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26517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cron routines · auto-approve · overnight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95160" y="26517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every gate is a human decision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072384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145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31455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silent session/tool hooks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95160" y="31455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 public — guardrails/pre-commit are project-scoped, on request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3566160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6393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36393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Bash(*) grant · acceptEdits default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95160" y="36393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permissions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059936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1330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lanes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41330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— dev + marketing (writer/designer/email)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95160" y="41330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engineering only; publishing folded into developer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553712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626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88920" y="46268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in-product · auto-delivered · human-hours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95160" y="46268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to a private plugin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5800" y="5047488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120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51206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zip/patch + SessionStart auto-update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95160" y="5120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· lockstep · doctor diffs versions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5800" y="56235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trade-off: autonomy + overnight output — paid in machine drift, silent cost, frozen updates (2.5 months).  V2 trade-off: repeatability + trust — paid in no overnight automation, no marketing lanes.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738360" y="5687568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38360" y="566013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6199632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v1 fails: global state drifts · routines rot silently (7-day cron expiry, nobody re-registers) · auto-approve + Bash(*) erode trust · zip/patch froze fixes · telemetry-in-product privacy surface · marketing lanes unmeasured.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solidFill>
            <a:srgbClr val="2734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from experience. Graded by evidence.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12 metered runs — value proven where difficulty lives; gaps labeled, not hidden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no budget yet — cheap to meter, baseline next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SDD + TDD + 4-agent team — 12 measured runs + two POCs; lab confounds labeled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Human-hour ratio: measured via hooks + PR windows — target 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token budget baseline · SWE-bench-style floor check · telemetry on live traffic.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solved discipline — a repeatable, honest one.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— An experience-driven AI-SDLC framework for the Claude Code harness</dc:title>
  <dc:subject>PptxGenJS Presentation</dc:subject>
  <dc:creator>Agentic SDLC</dc:creator>
  <cp:lastModifiedBy>Agentic SDLC</cp:lastModifiedBy>
  <cp:revision>1</cp:revision>
  <dcterms:created xsi:type="dcterms:W3CDTF">2026-08-31T06:37:48Z</dcterms:created>
  <dcterms:modified xsi:type="dcterms:W3CDTF">2026-08-31T06:37:48Z</dcterms:modified>
</cp:coreProperties>
</file>