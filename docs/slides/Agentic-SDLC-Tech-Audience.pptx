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claim is graded. Honestly — we grade our own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starting model: linear pipeline. The framework is its correction.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Learned from v1's machine drift; v2 encodes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Canvas: mark the plan-protocol claim as the most original piece.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Company stack today and the fastest onboarding stack: Claude Code harness, GitHub PRs, Vercel deploys, Supabase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will ask 'what's original' - answer honestly before they 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Small roster; the method is the chain: spec gate -&gt; plan gate -&gt; TDD -&gt; QA -&gt; PR.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Greenfield: /asdlc-project. Brownfield: /asdlc-adopt. Doctor verifies at any stage. Each stage = one skill lane.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Operator decides, PM serializes, dev/qa execute with gates. Three lanes, two approvals, one PR.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 verified live via fcc-claude earlier. Cases: named, and confounds labeled.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Methodology slide exists so the results are read with their confounds in frame, not as bare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Verbatim bench-kit table. Read the B line out loud: halted at max_turns with more spent. The framework's value concentrates exactly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runs, 3 arms, real numbers, real gaps. Read the R4 line out loud: the guardrail is advisory — that is the honesty that earns trust.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this slide time: every artifact referenced here exists and is public.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original pitch: an agent team that builds and markets, running overnight with no human. It worked — until the machine drifted.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honest version of the story: v1 worked until it drifted. v2 gave up overnight autonomy for gates that hold.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gaps. That is the part we defend most.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2011680"/>
            <a:ext cx="5120640" cy="5120640"/>
          </a:xfrm>
          <a:prstGeom prst="ellipse">
            <a:avLst/>
          </a:prstGeom>
          <a:solidFill>
            <a:srgbClr val="2734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HARNESS  ·  PLUGIN  ·  v2.8.0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SDLC</a:t>
            </a:r>
            <a:endParaRPr lang="en-US" sz="7000" dirty="0"/>
          </a:p>
        </p:txBody>
      </p:sp>
      <p:sp>
        <p:nvSpPr>
          <p:cNvPr id="5" name="Text 3"/>
          <p:cNvSpPr/>
          <p:nvPr/>
        </p:nvSpPr>
        <p:spPr>
          <a:xfrm>
            <a:off x="731520" y="288036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AI-SDLC framework built from delivery experience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31520" y="36118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B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agents  ·  17 skills  ·  spec-first  ·  test-first  ·  evidence-gated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carries one of these grades: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562356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559612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68880" y="5623560"/>
            <a:ext cx="117043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68880" y="5596128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06240" y="5623560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6240" y="559612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5623560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7C8698"/>
          </a:solidFill>
          <a:ln w="12700">
            <a:solidFill>
              <a:srgbClr val="7C869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5596128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863840" y="5669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E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github.com/trac41799/claude-code-agentic-sdlc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 team-shaped framework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changed the bottleneck. The product is the process.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94560"/>
            <a:ext cx="3401568" cy="2103120"/>
          </a:xfrm>
          <a:prstGeom prst="roundRect">
            <a:avLst>
              <a:gd name="adj" fmla="val 4348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4231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loss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960120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session starts cold.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288536" y="2194560"/>
            <a:ext cx="3401568" cy="2103120"/>
          </a:xfrm>
          <a:prstGeom prst="roundRect">
            <a:avLst>
              <a:gd name="adj" fmla="val 4348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62856" y="24231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Handoff tax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62856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handoff loses fidelity.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891272" y="2194560"/>
            <a:ext cx="3401568" cy="2103120"/>
          </a:xfrm>
          <a:prstGeom prst="roundRect">
            <a:avLst>
              <a:gd name="adj" fmla="val 4348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65592" y="24231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Agents shift it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8165592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 is process, not code.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85800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286000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2496312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96312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096512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306824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06824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907024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117336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17336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717536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27848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27848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528048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9738360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738360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85800" y="562356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i="1" dirty="0">
                <a:solidFill>
                  <a:srgbClr val="1B5E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standard SDLC, agent-executed: from idea to clean POC.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685800" y="6126480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609904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market asked for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10835640" cy="768096"/>
          </a:xfrm>
          <a:prstGeom prst="roundRect">
            <a:avLst>
              <a:gd name="adj" fmla="val 119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258568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474720" y="2258568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AND non-technical founders, one engineer of support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85800" y="3044952"/>
            <a:ext cx="10835640" cy="768096"/>
          </a:xfrm>
          <a:prstGeom prst="roundRect">
            <a:avLst>
              <a:gd name="adj" fmla="val 119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31546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474720" y="31546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→ working POC in days — clean codebase + docs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85800" y="3941064"/>
            <a:ext cx="10835640" cy="768096"/>
          </a:xfrm>
          <a:prstGeom prst="roundRect">
            <a:avLst>
              <a:gd name="adj" fmla="val 119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050792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474720" y="4050792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Greenfield-first \u00B7 maps to standard SDLC phases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85800" y="4837176"/>
            <a:ext cx="10835640" cy="768096"/>
          </a:xfrm>
          <a:prstGeom prst="roundRect">
            <a:avLst>
              <a:gd name="adj" fmla="val 119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4946904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Guarded by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474720" y="4946904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proposes — the human decides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85800" y="5532120"/>
            <a:ext cx="10835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Constraints we imposed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85800" y="6035040"/>
            <a:ext cx="10835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global  ·  no hooks  ·  all change via PR  ·  operator gates every decision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repo, three layers, five decisions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· runtime · product — each decision kills a known failure.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349240" cy="777240"/>
          </a:xfrm>
          <a:prstGeom prst="roundRect">
            <a:avLst>
              <a:gd name="adj" fmla="val 11765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57984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MARKETPLACE = CANONICAL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2487168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commands update via marketplace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85800" y="2999232"/>
            <a:ext cx="5349240" cy="777240"/>
          </a:xfrm>
          <a:prstGeom prst="roundRect">
            <a:avLst>
              <a:gd name="adj" fmla="val 11765"/>
            </a:avLst>
          </a:prstGeom>
          <a:solidFill>
            <a:srgbClr val="EAF0FB"/>
          </a:solidFill>
          <a:ln w="15875">
            <a:solidFill>
              <a:srgbClr val="EAF0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054096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PER-PROJECT TEAM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33832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agents · 17 skills · in project .claude/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85800" y="3895344"/>
            <a:ext cx="5349240" cy="777240"/>
          </a:xfrm>
          <a:prstGeom prst="roundRect">
            <a:avLst>
              <a:gd name="adj" fmla="val 11765"/>
            </a:avLst>
          </a:prstGeom>
          <a:solidFill>
            <a:srgbClr val="F4F9F5"/>
          </a:solidFill>
          <a:ln w="15875">
            <a:solidFill>
              <a:srgbClr val="F4F9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95020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SCAFFOLD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68680" y="4279392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· Supabase · Vercel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309360" y="2103120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2157984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global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92240" y="248716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drift killed v1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309360" y="2889504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2944368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agents, skills on demand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92240" y="3273552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budget stays deliberate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309360" y="3675888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92240" y="3730752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Plan-protocol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492240" y="4059936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undeclared mega-PRs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309360" y="4462272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0" y="4517136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updates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492240" y="4846320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zip/curl to rot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309360" y="5248656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92240" y="5303520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gates at spec/plan/PR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492240" y="5632704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decides, team executes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85800" y="608076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605332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194560" y="6108192"/>
            <a:ext cx="9326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enforces manifests, lockstep versions, counts, no-global-install.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tools the team lives in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harness · the change · the delivery · the data — also the fastest client onboarding stack.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21284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Code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337560" y="2286000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37560" y="2258568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274320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· skills · slash commands. Every gate (spec · plan · PR) is an operator decision in the loop.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34290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runtime the 4-agent team executes in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63640" y="210312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221284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8915400" y="2286000"/>
            <a:ext cx="126187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15400" y="2258568"/>
            <a:ext cx="1261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&amp; CI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0" y="274320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change via PR, never self-merged. CI enforces manifests, version lockstep, skill counts, no-global-install.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34290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 trail and the merge gate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85800" y="393192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04164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Vercel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3337560" y="411480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408736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4400" y="457200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per PR · prod from main. The Deploy lane of the cycle — what clients see as “it went live”.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14400" y="52578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Zero-config deploys; preview URLs on every PR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263640" y="393192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0" y="404164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Supabase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8915400" y="4114800"/>
            <a:ext cx="126187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915400" y="4087368"/>
            <a:ext cx="1261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AUTH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92240" y="457200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+ Auth + Storage in the scaffold, free tier. No infra decisions for a new client.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492240" y="52578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database and identity in the project scaffold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85800" y="585216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 = Next.js on Vercel + Supabase — the same stack a new client adopts in days, with no infra decisions.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9692640" y="585216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92640" y="582472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INTELLECTUAL HONESTY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Adopted vs built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MIT-credited adaptions; the orchestration layer is ours.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94560"/>
            <a:ext cx="5349240" cy="3383280"/>
          </a:xfrm>
          <a:prstGeom prst="roundRect">
            <a:avLst>
              <a:gd name="adj" fmla="val 2703"/>
            </a:avLst>
          </a:prstGeom>
          <a:solidFill>
            <a:srgbClr val="FBF3E2"/>
          </a:solidFill>
          <a:ln w="15875">
            <a:solidFill>
              <a:srgbClr val="B98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37744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ADOPTED · mattpocock/skills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60120" y="2971800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944368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DEV-TDD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29000" y="2971800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29000" y="294436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QA-TRIAGE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60120" y="3538728"/>
            <a:ext cx="162763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511296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GRILL-WITH-DOCS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429000" y="3538728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29000" y="3511296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TO-ISSUES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60120" y="4105656"/>
            <a:ext cx="171907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07822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SETUP-PRE-COMMIT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429000" y="4105656"/>
            <a:ext cx="153619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29000" y="4078224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GIT-GUARDRAILS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4892040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Adapted, kept MIT credit, wired into the team.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63640" y="2194560"/>
            <a:ext cx="5257800" cy="3383280"/>
          </a:xfrm>
          <a:prstGeom prst="roundRect">
            <a:avLst>
              <a:gd name="adj" fmla="val 2703"/>
            </a:avLst>
          </a:prstGeom>
          <a:solidFill>
            <a:srgbClr val="EAF5EC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37960" y="237744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IN-HOUSE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537960" y="2971800"/>
            <a:ext cx="208483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37960" y="2944368"/>
            <a:ext cx="2084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PLAN-PROTOCOL ENGINE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823960" y="2971800"/>
            <a:ext cx="171907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823960" y="2944368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DEV-FEATURE-PLAN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537960" y="3538728"/>
            <a:ext cx="199339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3511296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CHAIN (5 SKILLS)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823960" y="3538728"/>
            <a:ext cx="181051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23960" y="3511296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DEVOPS-CICD · OPS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537960" y="4105656"/>
            <a:ext cx="217627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37960" y="4078224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WEB-PUBLISHER-PUBLISH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823960" y="4105656"/>
            <a:ext cx="217627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823960" y="4078224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COMMANDS + SCAFFOLD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537960" y="4892040"/>
            <a:ext cx="4617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hybrid: industry patterns + orchestration layer.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85800" y="598932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596188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194560" y="601675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verified per skill frontmatter.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+ method: SDD decides, TDD proves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2860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product-manager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86968" y="26974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 · epics · status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447288" y="214884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48456" y="22860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developer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648456" y="26974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impl. · publishing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08776" y="214884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9944" y="22860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qa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409944" y="26974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· triage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970264" y="214884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71432" y="22860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devops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9171432" y="26974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· guardrails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85800" y="365760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dev start without an approved plan. No self-merges. All change via PR.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85800" y="443484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BF3E2"/>
          </a:solidFill>
          <a:ln w="15875">
            <a:solidFill>
              <a:srgbClr val="B98A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461772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SPEC-FIRST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60120" y="5074920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before code. Plan is the contract.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5577840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approves spec AND plan.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263640" y="443484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EAF5EC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37960" y="461772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TEST-FIRST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537960" y="5074920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first, then minimal green. Refactor.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537960" y="5577840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= gates passed with evidence.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SDLC cycle, two entry points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 · brownfield · slash commands mark every stage.</a:t>
            </a:r>
            <a:endParaRPr lang="en-US" sz="2000" dirty="0"/>
          </a:p>
        </p:txBody>
      </p:sp>
      <p:pic>
        <p:nvPicPr>
          <p:cNvPr id="5" name="Image 0" descr="D:\TRANSFER DATA\Coding\claude-code-agentic-sdlc\docs\slides/sdlc-cy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65960"/>
            <a:ext cx="10881360" cy="39502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603504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stages, standard SDLC — the framework maps a skill to each stage and a command to each entry.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request: first command → merged PR</a:t>
            </a:r>
            <a:endParaRPr lang="en-US" sz="4400" dirty="0"/>
          </a:p>
        </p:txBody>
      </p:sp>
      <p:pic>
        <p:nvPicPr>
          <p:cNvPr id="4" name="Image 0" descr="D:\TRANSFER DATA\Coding\claude-code-agentic-sdlc\docs\slides/workflow-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28800"/>
            <a:ext cx="11384280" cy="413308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11480" y="6080760"/>
            <a:ext cx="11384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gate · plan gate · TDD per task · QA before merge — the diagram IS the two-phase story.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&amp; EVIDENCE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commands. Two one-week POCs.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205740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plugin marketplace add trac41799/claude-code-agentic-sdlc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" y="260604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plugin install agentic-sdlc@agentic-sdlc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3154680"/>
            <a:ext cx="10835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/asdlc-doctor · /asdlc-project (new repo) · /asdlc-adopt (existing)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474720"/>
            <a:ext cx="10835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script (one request → tested, logging API in 10 min): docs/demo/live-demo-guide.md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5800" y="3749040"/>
            <a:ext cx="10835640" cy="868680"/>
          </a:xfrm>
          <a:prstGeom prst="roundRect">
            <a:avLst>
              <a:gd name="adj" fmla="val 10526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3895344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WorkHealthyAustralia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023360" y="3858768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· healthcare — janet.care (personal healthcare AI-assistant) + occuspan.com · POC in 1 week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4754880"/>
            <a:ext cx="10835640" cy="868680"/>
          </a:xfrm>
          <a:prstGeom prst="roundRect">
            <a:avLst>
              <a:gd name="adj" fmla="val 10526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4901184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DOXA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023360" y="4864608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· staffing — multiple projects under NDA · POC in 1 week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85800" y="5760720"/>
            <a:ext cx="10835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Both: non-technical founders, one engineer of support, one engineer of trust.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" y="6172200"/>
            <a:ext cx="117043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6144768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194560" y="6199632"/>
            <a:ext cx="9326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Confounded: model mix drifted mid-build · no cost tracking · n = 2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FIRST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benchmark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before numbers — same model, frozen tasks, metered, non-merge.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48840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258568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88920" y="225856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bare · A′ framework passive · A framework activated (routing + lanes)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85800" y="2916936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026664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88920" y="3026664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commit · same model pin · identical frozen task text · same tooling flags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685032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7947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Metering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788920" y="379476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JSON: turns, tokens in/out, cost · wall clock · outcome gates (pytest / node --test)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85800" y="4453128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562856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788920" y="4562856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acceptance (no live DB, no deploys) · exp branches, never merged to main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221224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53309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88920" y="5330952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+ hidden rubric checks (crash-safety, idempotency, concurrency) + traceability (spec→plan→tasks artifacts)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85800" y="603504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on this deck's results slide came from the bench kit in the repo — rerun any cell with one command (docs/benchmarks/BENCHMARK-SUMMARY.md).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· RAW EVIDENCE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Terminal output, verbatim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bench-kit output — GREENFIELD-3 (rate-limited SSE proxy), same model, same brief.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48840"/>
            <a:ext cx="5349240" cy="35204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2860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B4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metric           A activated      B bare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25786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1D5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wall (min)           6.5          27.4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68680" y="287121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1D5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turns                 56            61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68680" y="31638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1D5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                1.08          2.84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34564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1D5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tokens          50991         85443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68680" y="37490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1D5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 tokens         42779        144366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68680" y="404164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68680" y="433425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B4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gate: pytest tests/ -q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68680" y="462686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1D5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-&gt; 24 passed (run 3, stable)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68680" y="491947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1D5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 -&gt; 22 passed · halted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68680" y="52120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1D5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terminal: max_turns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68680" y="56235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completed at 56 turns · B: stopped mid-tool-use at 61 (max_turns)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400800" y="21488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bare — 27.4 min · $2.84 · 22 tests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0" y="24323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app/  tests/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0" y="271576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spec · no plan · no tasks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29992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session halted before completion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0" y="328269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0" y="35661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activated — 6.5 min · $1.08 · 24 tests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0" y="38496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app/  tests/  docs/qa/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0" y="413308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docs/product/product.md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0800" y="44165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.specify/features/rate-limited-sse-proxy/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0" y="470001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spec.md  impl-plan.md  tasks.md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00800" y="49834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QA lane verified the work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85800" y="5943600"/>
            <a:ext cx="10835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 are the difference: the framework arm left a traceability trail — and finished 4.2× faster.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85800" y="6291072"/>
            <a:ext cx="10835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gates only — the devops lanes (CI · Vercel ops · 60s rollback) fire on live projects; a lab bench never exercises them.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· 4 RUNS, 3 ARMS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Measured: bare vs passive vs activated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repos · same frozen tasks · same model · metered. Froam exp branches (non-merge).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749040" y="18288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BARE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09360" y="18288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A′ · PASSIVE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869680" y="18288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ACTIVATED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2148840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276856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· add-tests (trivial)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749040" y="2276856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$0.63 · 6 tests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09360" y="2276856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$0.62 · 7 tests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9680" y="2276856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$0.47 · 10 tests · 2.5× turns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85800" y="2898648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026664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· DB + RLS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749040" y="3026664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$0.22 · 11 tests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309360" y="3026664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$0.27 · 11 tests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869680" y="3026664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$0.67 · 11 tests + plan/QA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85800" y="3648456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3776472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 · fragile refactor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749040" y="3776472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refused · restraint pass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309360" y="3776472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869680" y="377647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violated (guardrail advisory) · prod-correct when approved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85800" y="4398264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52628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 · vertical FE+BE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749040" y="452628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$0.94 · 4 tests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309360" y="452628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869680" y="452628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$0.98 · 4 tests + plan/tasks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85800" y="5486400"/>
            <a:ext cx="10835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Findings: passive ≈ bare (placebo) · activation tax scales with ceremony, benefit with risk · restraint is advisory, not structural · QA lane is the value on risky approved change.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85800" y="6080760"/>
            <a:ext cx="10835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 gap fixed via dev-agent-router (16→17 skills) · DeepSeek pin since R2 · world anchor: SWE-bench-style floor check pending.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is in the repo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· bench kit · evidence · demo guide — one link each, all public.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057400"/>
            <a:ext cx="10835640" cy="420624"/>
          </a:xfrm>
          <a:prstGeom prst="roundRect">
            <a:avLst>
              <a:gd name="adj" fmla="val 2173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11226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· plugin · bench kit · deck source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92240" y="211226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github.com/trac41799/claude-code-agentic-sdlc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2514600"/>
            <a:ext cx="10835640" cy="420624"/>
          </a:xfrm>
          <a:prstGeom prst="roundRect">
            <a:avLst>
              <a:gd name="adj" fmla="val 2173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56946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evidence — 12 runs, repro commands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92240" y="256946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github.com/trac41799/claude-code-agentic-sdlc/blob/main/docs/benchmarks/BENCHMARK-SUMMARY.md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2971800"/>
            <a:ext cx="10835640" cy="420624"/>
          </a:xfrm>
          <a:prstGeom prst="roundRect">
            <a:avLst>
              <a:gd name="adj" fmla="val 2173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02666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run guide (≤10 min)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92240" y="302666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github.com/trac41799/claude-code-agentic-sdlc/blob/main/docs/demo/live-demo-guide.md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3429000"/>
            <a:ext cx="10835640" cy="420624"/>
          </a:xfrm>
          <a:prstGeom prst="roundRect">
            <a:avLst>
              <a:gd name="adj" fmla="val 2173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48386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setup — 5 prompts for non-technical founders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92240" y="348386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github.com/trac41799/claude-code-agentic-sdlc/blob/main/docs/guide/CLIENT-SETUP.md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5800" y="3886200"/>
            <a:ext cx="10835640" cy="420624"/>
          </a:xfrm>
          <a:prstGeom prst="roundRect">
            <a:avLst>
              <a:gd name="adj" fmla="val 2173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394106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product — FE (froam)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92240" y="394106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github.com/trac41799/froam-journey-platform-fe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4343400"/>
            <a:ext cx="10835640" cy="420624"/>
          </a:xfrm>
          <a:prstGeom prst="roundRect">
            <a:avLst>
              <a:gd name="adj" fmla="val 2173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439826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product — BE (froam)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92240" y="439826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github.com/trac41799/travelbuddy-agentic-be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85800" y="4800600"/>
            <a:ext cx="10835640" cy="420624"/>
          </a:xfrm>
          <a:prstGeom prst="roundRect">
            <a:avLst>
              <a:gd name="adj" fmla="val 2173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485546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(Infinite Leverage) — public history, commit tree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92240" y="485546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github.com/talentedgeai/infinite-leverage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85800" y="5257800"/>
            <a:ext cx="10835640" cy="420624"/>
          </a:xfrm>
          <a:prstGeom prst="roundRect">
            <a:avLst>
              <a:gd name="adj" fmla="val 2173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531266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cases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92240" y="531266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janet.care · occuspan.com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85800" y="5715000"/>
            <a:ext cx="10835640" cy="420624"/>
          </a:xfrm>
          <a:prstGeom prst="roundRect">
            <a:avLst>
              <a:gd name="adj" fmla="val 2173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576986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stack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92240" y="576986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claude.com · github.com · vercel.com · supabase.com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85800" y="6172200"/>
            <a:ext cx="10835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on the results slides reruns with one command from the bench kit — same model, same frozen briefs, non-merge branches.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 — the fully automated agent-team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“Infinite Leverage” (2026) · reconstructed from the public commit tree.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BF3E2"/>
          </a:solidFill>
          <a:ln w="15875">
            <a:solidFill>
              <a:srgbClr val="B98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28600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ORIGINAL SCOPE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60120" y="27432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3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agents — dev team + marketing team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" y="30358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3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product-manager · developer · devops · qa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332841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3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web-publisher · writer · designer · email-marketer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362102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3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(+ marketing-strategist via create-agent)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39136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3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 install — ~/.claude/ agents, hooks,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42062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3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skills, scheduled-tasks via init/onboard/patch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449884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3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workflow skills, zipped per agent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60120" y="479145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3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Settings: Bash(*) grant · acceptEdits default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63640" y="2103120"/>
            <a:ext cx="5257800" cy="3429000"/>
          </a:xfrm>
          <a:prstGeom prst="roundRect">
            <a:avLst>
              <a:gd name="adj" fmla="val 2667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37960" y="228600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ROUTINES — NO HUMAN IN THE LOOP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537960" y="2743200"/>
            <a:ext cx="4800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pm-daily-plan         weekdays 07:03  auto-approve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37960" y="3008376"/>
            <a:ext cx="4800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pm-standup-compile    weekdays 18:07  + PR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37960" y="3273552"/>
            <a:ext cx="4800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pm-eod-summary        weekdays 18:37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37960" y="3538728"/>
            <a:ext cx="4800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pm-weekly-rag         Fridays 17:07   + PR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37960" y="3803904"/>
            <a:ext cx="4800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writer-weekly         Mondays 09:03   brief → blog.md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37960" y="4069080"/>
            <a:ext cx="4800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designer-weekly       Tuesdays 09:03  blog → hero.webp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537960" y="4334256"/>
            <a:ext cx="4800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web-publisher-weekly  Wednesdays 09:03 build + index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37960" y="4599432"/>
            <a:ext cx="4800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email-marketer-weekly Thursdays 10:03 newsletter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37960" y="4864608"/>
            <a:ext cx="4800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devops-daily health   daily 06:00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537960" y="5166360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durable CronCreate routines → RemoteTrigger (cloud-persistent) · + hooks: pre-bash · prompt-submit · SessionStart/End · usage-context.py · telemetry → gh → Supabase · SessionStart auto-update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85800" y="576072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573328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286000" y="5788152"/>
            <a:ext cx="9235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trail: 5c89076 “8 scheduled task templates using CronCreate” (durable=true · auto-expire 7 days) · 9291df3 · b753023 · a218b79 hooks · fff7a9a telemetry · e2d5d67 8 agent templates.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 → v2: what changed, and why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goal — leverage. Different trust model.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68680" y="1874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88920" y="18745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· INFINITE LEVERAGE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995160" y="18745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· AGENTIC SDLC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084832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15798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surface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88920" y="215798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~/.claude/ global — zip + patch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995160" y="215798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plugin · per-project .claude/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85800" y="2578608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265176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788920" y="265176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cron routines · auto-approve · overnight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995160" y="265176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— every gate is a human decision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85800" y="3072384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14553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788920" y="3145536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6+ silent session/tool hooks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995160" y="3145536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in public — guardrails/pre-commit are project-scoped, on request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85800" y="3566160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" y="36393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788920" y="363931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Bash(*) grant · acceptEdits default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995160" y="3639312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touches permissions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85800" y="4059936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" y="413308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&amp; lanes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788920" y="4133088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8–9 — dev + marketing (writer/designer/email)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995160" y="4133088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— engineering only; publishing folded into developer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85800" y="4553712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68680" y="462686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788920" y="462686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in-product · auto-delivered · human-hours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995160" y="462686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to a private plugin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85800" y="5047488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68680" y="512064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788920" y="512064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zip/patch + SessionStart auto-update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995160" y="512064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· lockstep · doctor diffs versions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85800" y="5623560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trade-off: autonomy + overnight output — paid in machine drift, silent cost, frozen updates (2.5 months).  V2 trade-off: repeatability + trust — paid in no overnight automation, no marketing lanes.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9738360" y="5687568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738360" y="5660136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85800" y="6199632"/>
            <a:ext cx="10835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v1 fails: global state drifts · routines rot silently (7-day cron expiry, nobody re-registers) · auto-approve + Bash(*) erode trust · zip/patch froze fixes · telemetry-in-product privacy surface · marketing lanes unmeasured.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4023360"/>
            <a:ext cx="5120640" cy="5120640"/>
          </a:xfrm>
          <a:prstGeom prst="ellipse">
            <a:avLst/>
          </a:prstGeom>
          <a:solidFill>
            <a:srgbClr val="2734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7772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KNOW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18872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from experience. Graded by evidence.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31520" y="2423160"/>
            <a:ext cx="10698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Benchmark: 12 metered runs — value proven where difficulty lives; gaps labeled, not hidden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Tokens: no budget yet — cheap to meter, baseline next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SDD + TDD + 4-agent team — 12 measured runs + two POCs; lab confounds labeled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Human-hour ratio: measured via hooks + PR windows — target LOW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token budget baseline · SWE-bench-style floor check · telemetry on live traffic.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58064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solved discipline — a repeatable, honest one.</a:t>
            </a:r>
            <a:endParaRPr lang="en-US" sz="2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SDLC — An experience-driven AI-SDLC framework for the Claude Code harness</dc:title>
  <dc:subject>PptxGenJS Presentation</dc:subject>
  <dc:creator>Agentic SDLC</dc:creator>
  <cp:lastModifiedBy>Agentic SDLC</cp:lastModifiedBy>
  <cp:revision>1</cp:revision>
  <dcterms:created xsi:type="dcterms:W3CDTF">2026-08-31T03:00:19Z</dcterms:created>
  <dcterms:modified xsi:type="dcterms:W3CDTF">2026-08-31T03:00:19Z</dcterms:modified>
</cp:coreProperties>
</file>