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about provenance: this deck's repo is the fork; the official ex-company repo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cases are the difficulty gradient: integration, deep FE, hard BE concurrency, data at scale. Point at bench/tasks/ as the frozen texts.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generated views of the real evidence/tree/ captures (pyc masked, skills sub-tree elided to a count note). Point at evidence/.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out loud BEFORE they ask — the wrong-model probe is the proof we don't hide. Exclusions: read the v1 lesson slide before they suggest 'just enable hooks'.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v2.9.0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TINKER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Fork first — the official repo is read-only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runs and experiments belong on your own fork. Never commit to the official ex-company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· YOUR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Tinkering · benchmark runs · extensions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690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it, clone it, run bench/greenfield.py on your own cases.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3774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· EX-COMPANY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— do not commit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0690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history — v1 and the v2 lineage live here.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9377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benchmark evidence lands on your fork — the official repo stays a clean reference.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06440"/>
            <a:ext cx="90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CLI-first: gh · vercel · supabase · claude are all CLIs — they chain in a shell with no convention layer, so a harness swap leaves the contract intact.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Supabase also runs as an MCP server: the CLI automates, the MCP gives the agent a live surface — each serves its own moat.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966960" y="58064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6960" y="57790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FROM THE RECOMMENDED FORK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ORIGIN · EX-COMPANY, READ-ONLY · github.com/talentedgeai/infinite-leverage — tinker on your fork, never commit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10565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4069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498348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114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02336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587044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WHAT &amp; HOW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frozen cases, and how to run them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briefs · same model pin · both arms — a difficulty gradient on purpose.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18288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TESTS · WHY IT EXISTS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0" y="1828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0" y="1828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(B / A)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94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G-1 · E2E pipeline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21945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request → queue → background worker → live status + final result. Full FE+BE+DB integration — the realistic product shape.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-q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0" y="21945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871216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6265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G-2 · FE virtualized feed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296265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feed, optimistic likes, windowed rendering; engine.js must stay zero-dependency. Narrow but deep front-end.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0" y="29626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--test tests/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0" y="29626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22 tests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639312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3075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G-3 · BE SSE proxy (HARD)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0" y="37307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buckets, backpressure, heartbeats, clean shutdown. The difficulty case — where churn shows up.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0" y="37307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-q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0" y="37307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 tests · bare halted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" y="4407408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98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G-4 · DB+ETL 1M rows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83280" y="4498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ingestion + idempotent nightly rollup at scale (SQLite only), perf + re-run asserts.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0" y="4498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+ etl/perf_test.py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0" y="4498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6 tests · perf ✓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257800"/>
            <a:ext cx="10835640" cy="13716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SCRATCH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" y="566928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bench/greenfield.py --base /tmp/gf --name r1 --task bench/tasks/greenfield-e2e-pipeline.md --gate "pytest tests/ -q" --out bench-out/x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14400" y="598932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evidence/validate.py   # prebuilt evidence → 12/12 claims reproduce   ·   bench/brownfield.py --repo &lt;your-repo&gt; --task bench/tasks/brownfield-add-tests.md --gate "&lt;test cmd&gt;"   ·   frozen briefs: bench/tasks/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" y="626364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briefs, same model pin, metered, non-merge exp branches · ≈30–40 min per case (both arms).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Folder structure,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frozen task (BE SSE proxy), two arms — what the bare run leaves vs what the framework run leaves.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 — greenfield/be-b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63640" y="1874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 — greenfield/be-a</a:t>
            </a:r>
            <a:endParaRPr lang="en-US" sz="1600" dirty="0"/>
          </a:p>
        </p:txBody>
      </p:sp>
      <p:pic>
        <p:nvPicPr>
          <p:cNvPr id="7" name="Image 0" descr="D:\TRANSFER DATA\Coding\claude-code-agentic-sdlc\docs\slides/evidence-be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240280"/>
            <a:ext cx="5120640" cy="3685032"/>
          </a:xfrm>
          <a:prstGeom prst="rect">
            <a:avLst/>
          </a:prstGeom>
        </p:spPr>
      </p:pic>
      <p:pic>
        <p:nvPicPr>
          <p:cNvPr id="8" name="Image 1" descr="D:\TRANSFER DATA\Coding\claude-code-agentic-sdlc\docs\slides/evidence-be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685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5943600"/>
            <a:ext cx="10835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bare arm leaves app/ + tests/ only. The framework arm leaves the same code PLUS .claude/ (agents + skills + rules), .specify/ (spec · plan · tasks), docs/product, docs/qa — the traceability trail, committed in the repo.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" y="63550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trees + install payload + scaffold: evidence/tree/ · all 12 projects runnable · python evidence/validate.py — 12/12 claims reproduce.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frozen tasks · one model · metered. Non-merge exp branches (froam).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0" y="18470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60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22494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962656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822192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6849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5760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396849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681728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280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65760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8280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— the QA lane is the value on risky approved change.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 to 17 skills) · model pinned since R2 · SWE-bench-style floor check: pending · —/ n/a = not run.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75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fork — framework · plugin · bench kit · deck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0" y="1975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trac41799/claude-code-agentic-sdlc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35000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04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evidence — trees + bench projects + validator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4048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evidence/ (README · manifest · validate.py)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277977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834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docs/benchmarks/BENCHMARK-SUMMARY.md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20954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644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2644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docs/demo/live-demo-guide.md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63931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9417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36941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docs/guide/CLIENT-SETUP.md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06908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1239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75120" y="4123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trac41799/froam-journey-platform-fe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449884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5537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5537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trac41799/travelbuddy-agentic-be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492861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9834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origin (ex-company) — v1 history, read-only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983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talentedgeai/infinite-leverage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85800" y="535838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132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54132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85800" y="578815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8430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58430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635508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+ marketing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7238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product-manager · developer · devops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40156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qa · web-publisher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73075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MKT: writer · designer · email-marketer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059936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(+ marketing-strategist)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install: ~/.claude/ agents · hooks ·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 · scheduled-tasks (zip + patch)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504748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7667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7840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9992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07:03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auto-approve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3264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18:07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784080" y="3264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3529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86800" y="352958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18:37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0" y="35295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86800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17:07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84080" y="3794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0599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86800" y="40599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 09:03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78408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 brief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37960" y="4325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09:03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784080" y="4325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hero.webp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537960" y="4590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5902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09:03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84080" y="4590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+ idx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37960" y="4855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55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10:03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784080" y="48554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37960" y="5120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1206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06:00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978408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37960" y="5468112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CronCreate → RemoteTrigger (cloud-persistent)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537960" y="5724144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pre-bash · prompt-submit · SessionStart/End · telemetry → Supabase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85800" y="605332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602589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0" y="60533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2860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9291df3 · b753023 · a218b79 hooks · fff7a9a telemetry · e2d5d67 init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we lack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 first — then what we deliberately left out · full analysis: GAP-ANALYSIS.md.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7004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HIGH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67004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 — cost basis unknown, cache reads inflate A+wave 5–8×; no per-task budget; a wrong-model probe ($0.17/turn) slipped through.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· 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40280" y="3236976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Advisory, not mechanical — R4 pushed a fragile-file change through an operator approval; no CI check enforces plan-vs-PR files.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8039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· 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3803904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N=1 — variance unmeasured; the 4.2× headline is one run.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43708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MED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437083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CI/Vercel/rollback lanes never fire offline — live-tested only, no regression cell.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· MED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493776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exists (hooks + PR windows) — public evidence still pending.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103120"/>
            <a:ext cx="5257800" cy="3429000"/>
          </a:xfrm>
          <a:prstGeom prst="roundRect">
            <a:avLst>
              <a:gd name="adj" fmla="val 2667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2743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0906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3814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78561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1330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SWE-bench floor — documented trade-off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44805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482803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wave loop in canonical — negative in headless 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7607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 · next: trusted cost loop (pin check + baseline + budgets) · CI plan-vs-PR + fragile-file enforcement · headline cells N≥3 · devops staging smoke · second-model matrix.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62636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362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6291072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list is provable; exclusions are design choices, not defects — both are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trusted cost loop · CI plan-vs-PR enforcement · N≥3 headline cells · devops staging smoke · second-model matrix.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2026-08-31T10:12:54Z</dcterms:created>
  <dcterms:modified xsi:type="dcterms:W3CDTF">2026-08-31T10:12:54Z</dcterms:modified>
</cp:coreProperties>
</file>