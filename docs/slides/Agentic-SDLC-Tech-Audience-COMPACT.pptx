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6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7270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deck: rationale, workings, both diagrams, outputs, benchmarks, strengths &amp; weaknesses.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v2 model corrects v1's pipeline assumption; v1's overnight autonomy became drift (slide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 ships 5 commands; workflow skills live per project (stage-lane per the cycle diagram).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cycle is standard SDLC; the framework only owns the lanes.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 gates are where trust is built: spec, plan,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evidence/validate.py — it reproves the whole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concentrates where difficulty lives: plan-first discipline beats churn on hard engineering; simple tasks are parity-to-small-tax.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first, before they ask. The exclusions are design choices, not defects.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honesty: we grade our own claims and show the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5778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504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57784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5040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57784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5040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5778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5040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88536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891272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65592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86000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496312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96512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6824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07024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17336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17536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927848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528048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73836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0292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principles: nothing installs globally · no hooks · no auto-approve · all change via PR · the operator gates every decision.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85800" y="598932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96188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 · team · commands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decides, TDD proves — every gate is a human decision.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3794760" cy="4160520"/>
          </a:xfrm>
          <a:prstGeom prst="roundRect">
            <a:avLst>
              <a:gd name="adj" fmla="val 2410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request → PDCA-ish chain: spec → plan → TDD → QA → PR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35584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 before code — the plan is the contract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01421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Test-first: RED → GREEN → REFACTOR per task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67258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Done = gates passed with evidence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33095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phases: spec phase + build phase — each gated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09160" y="2057400"/>
            <a:ext cx="3154680" cy="4160520"/>
          </a:xfrm>
          <a:prstGeom prst="roundRect">
            <a:avLst>
              <a:gd name="adj" fmla="val 2899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402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4 AGENTS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341071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937760" y="370332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412394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37760" y="44165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37760" y="483717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937760" y="512978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5577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 · installed by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37760" y="5833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/asdlc-project  ·  /asdlc-adopt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92440" y="2057400"/>
            <a:ext cx="3383280" cy="4160520"/>
          </a:xfrm>
          <a:prstGeom prst="roundRect">
            <a:avLst>
              <a:gd name="adj" fmla="val 2703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697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/asdlc-project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 new client project + team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21040" y="3337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/asdlc-adopt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21040" y="3611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team into an existing repo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2104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/asdlc-doctor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21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 — prerequisites, layout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/asdlc-tools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21040" y="4892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status-first CLI + Supabase MCP installer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21040" y="5257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/asdlc-memory-cleanup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21040" y="5532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memory tidy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a skill lane per stage.</a:t>
            </a:r>
            <a:endParaRPr lang="en-US" sz="1800" dirty="0"/>
          </a:p>
        </p:txBody>
      </p:sp>
      <p:pic>
        <p:nvPicPr>
          <p:cNvPr id="5" name="Image 0" descr="D:\TRANSFER DATA\Coding\claude-code-agentic-sdlc\docs\slides/sdlc-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has a skill; every entry has a command — /asdlc-project (new) · /asdlc-adopt (existing) · /asdlc-doctor verifies anytime.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 → merged PR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merge.</a:t>
            </a:r>
            <a:endParaRPr lang="en-US" sz="1800" dirty="0"/>
          </a:p>
        </p:txBody>
      </p:sp>
      <p:pic>
        <p:nvPicPr>
          <p:cNvPr id="5" name="Image 0" descr="D:\TRANSFER DATA\Coding\claude-code-agentic-sdlc\docs\slides/workflow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612648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lanes, two approvals, one PR — the human decides, the team executes, gates hold.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run leaves behind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proxy): bare vs framework arm.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500" dirty="0"/>
          </a:p>
        </p:txBody>
      </p:sp>
      <p:pic>
        <p:nvPicPr>
          <p:cNvPr id="7" name="Image 0" descr="D:\TRANSFER DATA\Coding\claude-code-agentic-sdlc\docs\slides/evidence-be-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194560"/>
            <a:ext cx="4617720" cy="3328416"/>
          </a:xfrm>
          <a:prstGeom prst="rect">
            <a:avLst/>
          </a:prstGeom>
        </p:spPr>
      </p:pic>
      <p:pic>
        <p:nvPicPr>
          <p:cNvPr id="8" name="Image 1" descr="D:\TRANSFER DATA\Coding\claude-code-agentic-sdlc\docs\slides/evidence-be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194560"/>
            <a:ext cx="4617720" cy="33284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66928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Bare: code + tests only. Framework arm: code + tests + .claude/ team + .specify/ (spec · plan · tasks) + docs/product + docs/qa — the traceability trail.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17220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projects + session JSONs + trees are in evidence/ · python evidence/validate.py reruns every gate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· SAME MODEL, FROZEN TASKS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R1–R4 incremental + greenfield suite — metered, non-merge, one pin.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5760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03504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0" y="18288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3113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5760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23113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809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5760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2980944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6027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307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73075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35254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80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4480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85800" y="5349240"/>
            <a:ext cx="10835640" cy="1051560"/>
          </a:xfrm>
          <a:prstGeom prst="roundRect">
            <a:avLst>
              <a:gd name="adj" fmla="val 8696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86400"/>
            <a:ext cx="10378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 · GREENFIELD-3 (rate-limited SSE proxy): B 27.4 min · $2.84 · 22 tests — A 6.5 min · $1.08 · 24 tests + spec/plan/tasks/QA. 4.2× faster.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5943600"/>
            <a:ext cx="10378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poles: passive ≈ bare (placebo) · N=1 per cell · cost basis provider-unknown (GAP-ANALYSIS.md) · devops lanes unmeasured offline.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· weaknesses · deliberate cuts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first — then what we left out by design.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(VERIFIED)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 where difficulty lives — 4.2× faster on the hard case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0998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Traceability in 8/8 A-runs; zero in bare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502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install · marketplace updates · CLI-first stack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904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Reproducible: evidence/ + validate.py (12/12)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45262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0916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(VERIFIED)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loop missing — no trusted metering/budgets (GAP-ANALYSIS G1)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5046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Guardrails advisory, not mechanical (R4 inversion)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5888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N=1 per bench cell · devops lanes offline-unmeasurable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37960" y="309981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37960" y="350215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37960" y="39044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37960" y="430682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7960" y="580644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LIST: trusted cost loop · CI plan-vs-PR enforcement · N≥3 headlines · devops staging smoke · second-model matrix.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value concentrates on hard engineering — measured, reproducible, labeled.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shown, not hidden (cost metering, advisory guardrails, N=1 cells).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first: experiments live on the fork; the official ex-company repo stays read-only.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ships in the repo: github.com/trac41799/claude-code-agentic-sdlc (evidence/ · docs/demo/live-demo-guide.md · docs/benchmarks/BENCHMARK-SUMMARY.md)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1521</Words>
  <Application>Microsoft Office PowerPoint</Application>
  <PresentationFormat>Widescreen</PresentationFormat>
  <Paragraphs>191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condensed (9 slides)</dc:title>
  <dc:subject>PptxGenJS Presentation</dc:subject>
  <dc:creator>Agentic SDLC</dc:creator>
  <cp:lastModifiedBy>Trac Nguyen</cp:lastModifiedBy>
  <cp:revision>2</cp:revision>
  <dcterms:created xsi:type="dcterms:W3CDTF">2026-08-31T08:23:08Z</dcterms:created>
  <dcterms:modified xsi:type="dcterms:W3CDTF">2026-08-31T08:35:15Z</dcterms:modified>
</cp:coreProperties>
</file>