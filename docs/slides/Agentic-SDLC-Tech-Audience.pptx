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claim is graded. Honestly — we grade our own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about provenance: this deck's repo is the fork; the official ex-company repo is read-only.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starting model: linear pipeline. The framework is its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Learned from v1's machine drift; v2 encodes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Canvas: mark the plan-protocol claim as the most original piece.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Company stack today and the fastest onboarding stack: Claude Code harness, GitHub PRs, Vercel deploys, Supabase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will ask 'what's original' - answer honestly before they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roster; the method is the chain: spec gate -&gt; plan gate -&gt; TDD -&gt; QA -&gt;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Greenfield: /asdlc-project. Brownfield: /asdlc-adopt. Doctor verifies at any stage. Each stage = one skill lane.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Operator decides, PM serializes, dev/qa execute with gates. Three lanes, two approvals, one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 verified live via fcc-claude earlier. Cases: named, and confounds labeled.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Methodology slide exists so the results are read with their confounds in frame, not as bare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Verbatim bench-kit table. Read the B line out loud: halted at max_turns with more spent. The framework's value concentrates exactly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Screenshots are generated views of the real evidence/tree/ captures (pyc masked, skills sub-tree elided to a count note). Point at evidence/.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runs, 3 arms, real numbers, real gaps. Read the R4 line out loud: the guardrail is advisory — that is the honesty that earns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this slide time: every artifact referenced here exists and is public.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original pitch: an agent team that builds and markets, running overnight with no human. It worked — until the machine drifted.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version of the story: v1 worked until it drifted. v2 gave up overnight autonomy for gates that 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cost gap out loud BEFORE they ask — the wrong-model probe is the proof we don't hide. Exclusions: read the v1 lesson slide before they suggest 'just enable hooks'.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gaps. That is the part we defend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HARNESS  ·  PLUGIN  ·  v2.9.0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SDLC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731520" y="288036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AI-SDLC framework built from delivery experience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 ·  17 skills  ·  spec-first  ·  test-first  ·  evidence-gated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carries one of these grades: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56235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55961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562356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559612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06240" y="562356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559612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562356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7C8698"/>
          </a:solidFill>
          <a:ln w="12700">
            <a:solidFill>
              <a:srgbClr val="7C86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559612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63840" y="5669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E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github.com/trac41799/claude-code-agentic-sdlc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TINKER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Fork first — the official repo is read-only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runs and experiments belong on your own fork. Never commit to the official ex-company repo.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37744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5603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· YOUR FORK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3017520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Tinkering · benchmark runs · extensions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56616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github.com/trac41799/claude-code-agentic-sdlc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0120" y="406908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it, clone it, run bench/greenfield.py on your own cases.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377440"/>
            <a:ext cx="5257800" cy="2148840"/>
          </a:xfrm>
          <a:prstGeom prst="roundRect">
            <a:avLst>
              <a:gd name="adj" fmla="val 4255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256032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· EX-COMPANY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7960" y="3017520"/>
            <a:ext cx="4709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reference — do not commit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37960" y="3566160"/>
            <a:ext cx="4709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github.com/talentedgeai/infinite-leverage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37960" y="406908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public history — v1 and the v2 lineage live here.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493776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rule: benchmark evidence lands on your fork — the official repo stays a clean reference.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team-shaped framework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changed the bottleneck. The product is the process.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loss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96012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starts cold.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288536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856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Handoff tax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62856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handoff loses fidelity.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891272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5592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shift it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8165592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is process, not code.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85800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286000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496312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96312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096512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06824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06824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907024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17336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17336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717536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27848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27848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528048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738360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38360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85800" y="562356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1B5E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standard SDLC, agent-executed: from idea to clean POC.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685800" y="612648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099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market asked for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58568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474720" y="225856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AND non-technical founders, one engineer of support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85800" y="3044952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474720" y="31546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→ working POC in days — clean codebase + docs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85800" y="3941064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050792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4050792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Greenfield-first \u00B7 maps to standard SDLC phases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85800" y="4837176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946904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by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74720" y="4946904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proposes — the human decides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85800" y="553212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Constraints we imposed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85800" y="603504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global  ·  no hooks  ·  all change via PR  ·  operator gates every decision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repo, three layers, five decisions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· runtime · product — each decision kills a known failure.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5798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MARKETPLACE = CANONICAL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48716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commands update via marketplace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85800" y="2999232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EAF0FB"/>
          </a:solidFill>
          <a:ln w="15875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054096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PER-PROJECT TEAM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33832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· 17 skills · in project .claude/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85800" y="3895344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F4F9F5"/>
          </a:solidFill>
          <a:ln w="15875">
            <a:solidFill>
              <a:srgbClr val="F4F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95020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SCAFFOLD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2793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· Supabase · Vercel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09360" y="2103120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157984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global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92240" y="248716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drift killed v1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309360" y="2889504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2944368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agents, skills on demand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92240" y="327355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budget stays deliberate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09360" y="3675888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3730752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Plan-protocol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92240" y="405993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undeclared mega-PRs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309360" y="4462272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4517136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updates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92240" y="4846320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zip/curl to rot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309360" y="5248656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530352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 at spec/plan/PR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492240" y="563270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decides, team executes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85800" y="60807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60533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194560" y="610819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enforces manifests, lockstep versions, counts, no-global-install.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tools the team lives in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harness · the change · the delivery · the data — also the fastest client onboarding stack.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128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337560" y="22860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225856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7432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· skills · slash commands. Every gate (spec · plan · PR) is an operator decision in the loop.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runtime the 4-agent team executes in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21031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2128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915400" y="2286000"/>
            <a:ext cx="126187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2258568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&amp; CI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27432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change via PR, never self-merged. CI enforces manifests, version lockstep, skill counts, no-global-install.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34290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trail and the merge gate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39319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0416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Vercel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3337560" y="411480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08736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45720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per PR · prod from main. The Deploy lane of the cycle — what clients see as “it went live”.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4400" y="52578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Zero-config deploys; preview URLs on every PR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63640" y="393192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40416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Supabase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915400" y="4114800"/>
            <a:ext cx="126187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15400" y="4087368"/>
            <a:ext cx="1261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AUTH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240" y="457200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Auth + Storage in the scaffold, free tier. No infra decisions for a new client.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92240" y="525780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and identity in the project scaffold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85800" y="5806440"/>
            <a:ext cx="9006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CLI-first: gh · vercel · supabase · claude are all CLIs — they chain in a shell with no convention layer, so a harness swap leaves the contract intact.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85800" y="6144768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Supabase also runs as an MCP server: the CLI automates, the MCP gives the agent a live surface — each serves its own moat.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966960" y="580644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966960" y="577900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INTELLECTUAL HONESTY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Adopted vs built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MIT-credited adaptions; the orchestration layer is ours.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5349240" cy="3383280"/>
          </a:xfrm>
          <a:prstGeom prst="roundRect">
            <a:avLst>
              <a:gd name="adj" fmla="val 2703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37744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· mattpocock/skills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0120" y="29718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94436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DEV-TDD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29000" y="297180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294436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QA-TRIAGE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60120" y="3538728"/>
            <a:ext cx="16276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511296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GRILL-WITH-DOCS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29000" y="353872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3511296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TO-ISSUES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60120" y="4105656"/>
            <a:ext cx="171907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07822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SETUP-PRE-COMMIT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29000" y="4105656"/>
            <a:ext cx="15361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4078224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GIT-GUARDRAILS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489204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Adapted, kept MIT credit, wired into the team.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63640" y="2194560"/>
            <a:ext cx="5257800" cy="3383280"/>
          </a:xfrm>
          <a:prstGeom prst="roundRect">
            <a:avLst>
              <a:gd name="adj" fmla="val 2703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23774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IN-HOUSE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537960" y="2971800"/>
            <a:ext cx="208483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2944368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PLAN-PROTOCOL ENGINE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823960" y="2971800"/>
            <a:ext cx="17190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23960" y="2944368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DEV-FEATURE-PLAN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37960" y="3538728"/>
            <a:ext cx="199339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351129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CHAIN (5 SKILLS)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823960" y="3538728"/>
            <a:ext cx="181051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23960" y="3511296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DEVOPS-CICD · OPS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537960" y="4105656"/>
            <a:ext cx="21762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37960" y="407822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WEB-PUBLISHER-PUBLISH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823960" y="4105656"/>
            <a:ext cx="21762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23960" y="407822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COMMANDS + SCAFFOLD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37960" y="4892040"/>
            <a:ext cx="4617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hybrid: industry patterns + orchestration layer.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85800" y="598932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596188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194560" y="601675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verified per skill frontmatter.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+ method: SDD decides, TDD proves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product-manager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86968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· epics · status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47288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48456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48456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impl. · publishing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08776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9944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409944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triage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970264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71432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171432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· guardrails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365760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dev start without an approved plan. No self-merges. All change via PR.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85800" y="443484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6177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SPEC-FIRST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507492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before code. Plan is the contract.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557784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approves spec AND plan.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263640" y="443484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461772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TEST-FIRST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37960" y="507492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first, then minimal green. Refactor.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537960" y="557784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= gates passed with evidence.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SDLC cycle, two entry points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· brownfield · slash commands mark every stage.</a:t>
            </a:r>
            <a:endParaRPr lang="en-US" sz="2000" dirty="0"/>
          </a:p>
        </p:txBody>
      </p:sp>
      <p:pic>
        <p:nvPicPr>
          <p:cNvPr id="5" name="Image 0" descr="D:\TRANSFER DATA\Coding\claude-code-agentic-sdlc\docs\slides/sdlc-cy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5960"/>
            <a:ext cx="10881360" cy="39502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stages, standard SDLC — the framework maps a skill to each stage and a command to each entry.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request: first command → merged PR</a:t>
            </a:r>
            <a:endParaRPr lang="en-US" sz="4400" dirty="0"/>
          </a:p>
        </p:txBody>
      </p:sp>
      <p:pic>
        <p:nvPicPr>
          <p:cNvPr id="4" name="Image 0" descr="D:\TRANSFER DATA\Coding\claude-code-agentic-sdlc\docs\slides/workflow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28800"/>
            <a:ext cx="11384280" cy="41330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11480" y="6080760"/>
            <a:ext cx="11384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gate · plan gate · TDD per task · QA before merge — the diagram IS the two-phase story.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&amp;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commands. Two one-week POCs.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835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· FROM THE RECOMMENDED FORK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85800" y="210312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marketplace add trac41799/claude-code-agentic-sdlc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260604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install agentic-sdlc@agentic-sdlc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85800" y="315468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/asdlc-doctor · /asdlc-project (new repo) · /asdlc-adopt (existing)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3566160"/>
            <a:ext cx="10835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OFFICIAL ORIGIN · EX-COMPANY, READ-ONLY · github.com/talentedgeai/infinite-leverage — tinker on your fork, never commit here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977640"/>
            <a:ext cx="10835640" cy="82296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105656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WorkHealthyAustralia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023360" y="40690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· healthcare — janet.care (personal healthcare AI-assistant) + occuspan.com · POC in 1 week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4983480"/>
            <a:ext cx="10835640" cy="82296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5111496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DOXA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023360" y="50749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· staffing — multiple projects under NDA · POC in 1 week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" y="5870448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Both: non-technical founders, one engineer of support, one engineer of trust.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617220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614476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94560" y="619963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Confounded: model mix drifted mid-build · no cost tracking · n = 2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FIRST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benchmark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before numbers — same model, frozen tasks, metered, non-merge.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5856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88920" y="225856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bare · A′ framework passive · A framework activated (routing + lanes)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2916936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026664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88920" y="3026664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commit · same model pin · identical frozen task text · same tooling flags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685032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794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88920" y="379476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JSON: turns, tokens in/out, cost · wall clock · outcome gates (pytest / node --test)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4453128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62856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88920" y="4562856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acceptance (no live DB, no deploys) · exp branches, never merged to main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221224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3309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88920" y="533095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+ hidden rubric checks (crash-safety, idempotency, concurrency) + traceability (spec→plan→tasks artifacts)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603504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 this deck's results slide came from the bench kit in the repo — rerun any cell with one command (docs/benchmarks/BENCHMARK-SUMMARY.md).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RAW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Terminal output, verbatim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bench-kit output — GREENFIELD-3 (rate-limited SSE proxy), same model, same brief.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3200400"/>
          </a:xfrm>
          <a:prstGeom prst="rect">
            <a:avLst/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945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450592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4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          A activated       B bare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72034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wall (min)            6.5          27.4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299008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turns                  56            61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25983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                1.08          2.84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3529584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tokens           50991         85443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3799332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tokens          42779        144366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406908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4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GATE · pytest tests/ -q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433882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24 passed [COMPLETED] · 56 turns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4608576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22 passed [HALTED] · 61 turns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4878324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4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terminal: max_turns (mid-tool-use)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5440680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 A finished at 56 turns; B was stopped mid-tool-use at 61 — more spent, less delivered.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2148840"/>
            <a:ext cx="5120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BARE — 27.4 min · $2.84 · 22 tests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0" y="2606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app/  tests/  — no spec/plan/tasks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28803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session halted before completion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0" y="3154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ACTIVATED — 6.5m · $1.08 · 24 tests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35021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app/  tests/  docs/qa/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0" y="37764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docs/product/product.md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0" y="40507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.specify/features/rate-limited-sse-proxy/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3251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spec.md · impl-plan.md · tasks.md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0" y="45994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QA lane verified the work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85800" y="580644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arm finished 4.2× faster — and left a traceability trail.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685800" y="6217920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gates only — the devops lanes (CI · Vercel ops · rollback) fire on live projects, not in a lab bench.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RAW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Folder structure, verbatim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frozen task (BE SSE proxy), two arms — what the bare run leaves vs what the framework run leaves.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" y="187452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BARE — greenfield/be-b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263640" y="187452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ACTIVATED — greenfield/be-a</a:t>
            </a:r>
            <a:endParaRPr lang="en-US" sz="1600" dirty="0"/>
          </a:p>
        </p:txBody>
      </p:sp>
      <p:pic>
        <p:nvPicPr>
          <p:cNvPr id="7" name="Image 0" descr="D:\TRANSFER DATA\Coding\claude-code-agentic-sdlc\docs\slides/evidence-be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240280"/>
            <a:ext cx="5120640" cy="3685032"/>
          </a:xfrm>
          <a:prstGeom prst="rect">
            <a:avLst/>
          </a:prstGeom>
        </p:spPr>
      </p:pic>
      <p:pic>
        <p:nvPicPr>
          <p:cNvPr id="8" name="Image 1" descr="D:\TRANSFER DATA\Coding\claude-code-agentic-sdlc\docs\slides/evidence-be-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240280"/>
            <a:ext cx="5120640" cy="3685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5943600"/>
            <a:ext cx="10835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bare arm leaves app/ + tests/ only. The framework arm leaves the same code PLUS .claude/ (agents + skills + rules), .specify/ (spec · plan · tasks), docs/product, docs/qa — the traceability trail, committed in the repo.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94360" y="635508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trees + install payload + scaffold: evidence/tree/ · all 12 projects runnable · python evidence/validate.py — 12/12 claims reproduce.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4 RUNS, 3 ARMS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Measured: bare vs passive vs activated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repos · frozen tasks · one model · metered. Non-merge exp branches (froam).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84708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0" y="18470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BARE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0" y="18470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A′ · PASSIVE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412480" y="18470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ACTIVATED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2103120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4942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· add-tests (trivial)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657600" y="224942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$0.63 · 6 tests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35040" y="224942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$0.62 · 7 tests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0" y="2249424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$0.47 · 10 tests · 2.5× turns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2962656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108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· DB + RLS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57600" y="31089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$0.22 · 11 tests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035040" y="31089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$0.27 · 11 tests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0" y="31089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$0.67 · 11 tests + plan/QA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85800" y="3822192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968496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· fragile refactor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657600" y="396849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 · restraint pass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035040" y="396849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12480" y="3968496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advisory violated · prod-correct when approved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5800" y="4681728"/>
            <a:ext cx="1083564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828032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· vertical FE+BE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3657600" y="482803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$0.94 · 4 tests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035040" y="482803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412480" y="482803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$0.98 · 4 tests + plan/tasks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85800" y="5623560"/>
            <a:ext cx="10835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passive ≈ bare (placebo) · activation tax scales with ceremony, benefit with risk · restraint is advisory, not structural — the QA lane is the value on risky approved change.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85800" y="6144768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gap fixed via dev-agent-router (16 to 17 skills) · model pinned since R2 · SWE-bench-style floor check: pending · —/ n/a = not run.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is in the repo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· bench kit · evidence · demo guide — one link each, all public.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7510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fork — framework · plugin · bench kit · deck source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675120" y="197510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trac41799/claude-code-agentic-sdlc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2350008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40487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evidence — trees + bench projects + validator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75120" y="240487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evidence/ (README · manifest · validate.py)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" y="2779776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8346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evidence — 12 runs, repro commands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283464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docs/benchmarks/BENCHMARK-SUMMARY.md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3209544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264408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run guide (≤10 min)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75120" y="326440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docs/demo/live-demo-guide.md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3639312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694176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setup — 5 prompts for non-technical founders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75120" y="36941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docs/guide/CLIENT-SETUP.md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" y="4069080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12394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product — FE (froam)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75120" y="412394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trac41799/froam-journey-platform-fe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85800" y="4498848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55371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product — BE (froam)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55371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trac41799/travelbuddy-agentic-be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85800" y="4928616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98348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origin (ex-company) — v1 history, read-only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75120" y="49834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talentedgeai/infinite-leverage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85800" y="5358384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413248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cases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675120" y="541324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janet.care · occuspan.com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85800" y="5788152"/>
            <a:ext cx="10835640" cy="402336"/>
          </a:xfrm>
          <a:prstGeom prst="roundRect">
            <a:avLst>
              <a:gd name="adj" fmla="val 22727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5843016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stack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75120" y="584301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F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claude.com · github.com · vercel.com · supabase.com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85800" y="6355080"/>
            <a:ext cx="10835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the results slides reruns with one command from the bench kit.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— the fully automated agent-team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“Infinite Leverage” (2026) · reconstructed from the public commit tree.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3749040"/>
          </a:xfrm>
          <a:prstGeom prst="roundRect">
            <a:avLst>
              <a:gd name="adj" fmla="val 2439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28600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SCOPE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743200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agents — dev + marketing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3072384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DEV: product-manager · developer · devops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3401568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qa · web-publisher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3730752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MKT: writer · designer · email-marketer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4059936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(+ marketing-strategist)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4389120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install: ~/.claude/ agents · hooks ·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4718304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skills · scheduled-tasks (zip + patch)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" y="5047488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workflow skills, zipped per agent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5376672"/>
            <a:ext cx="4846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Settings: Bash(*) grant · acceptEdits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2103120"/>
            <a:ext cx="5257800" cy="3931920"/>
          </a:xfrm>
          <a:prstGeom prst="roundRect">
            <a:avLst>
              <a:gd name="adj" fmla="val 2326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2860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ROUTINES — NO HUMAN IN THE LOOP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7960" y="26974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686800" y="2697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784080" y="2697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37960" y="29992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pm-daily-plan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686800" y="29992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07:03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784080" y="29992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auto-approve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37960" y="32644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pm-standup-compile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686800" y="326440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18:07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784080" y="32644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PR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37960" y="352958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pm-eod-summary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686800" y="352958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wk 18:37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784080" y="352958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537960" y="37947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pm-weekly-rag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686800" y="379476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 17:07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9784080" y="37947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PR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537960" y="40599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writer-weekly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686800" y="405993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 09:03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9784080" y="40599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blog brief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537960" y="43251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designer-weekly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686800" y="432511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 09:03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9784080" y="43251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hero.webp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6537960" y="459028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web-publisher-weekly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686800" y="459028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 09:03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9784080" y="45902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+ idx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6537960" y="48554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email-marketer-weekly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8686800" y="485546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 10:03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9784080" y="485546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newsletter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537960" y="51206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devops-daily health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8686800" y="512064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daily 06:00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9784080" y="51206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6537960" y="5468112"/>
            <a:ext cx="4800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Persistence: CronCreate → RemoteTrigger (cloud-persistent)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6537960" y="5724144"/>
            <a:ext cx="4800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Hooks: pre-bash · prompt-submit · SessionStart/End · telemetry → Supabase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685800" y="6053328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5800" y="602589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286000" y="60533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trail: 5c89076 “8 scheduled task templates using CronCreate” (durable=true · auto-expire 7 days)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2286000" y="6309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Supporting: 9291df3 · b753023 · a218b79 hooks · fff7a9a telemetry · e2d5d67 init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→ v2: what changed, and why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goal — leverage. Different trust model.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1874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1874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· INFINITE LEVERAGE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995160" y="18745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· AGENTIC SDLC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084832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15798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surface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88920" y="21579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~/.claude/ global — zip + patch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995160" y="21579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plugin · per-project .claude/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2578608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6517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88920" y="265176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cron routines · auto-approve · overnight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995160" y="265176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— every gate is a human decision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3072384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14553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788920" y="314553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6+ silent session/tool hooks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995160" y="3145536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in public — guardrails/pre-commit are project-scoped, on request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5800" y="3566160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36393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88920" y="363931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Bash(*) grant · acceptEdits default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995160" y="36393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touches permissions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5800" y="4059936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41330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&amp; lanes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788920" y="413308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8–9 — dev + marketing (writer/designer/email)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995160" y="4133088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— engineering only; publishing folded into developer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85800" y="4553712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462686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788920" y="46268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in-product · auto-delivered · human-hours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995160" y="462686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to a private plugin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85800" y="5047488"/>
            <a:ext cx="10835640" cy="457200"/>
          </a:xfrm>
          <a:prstGeom prst="roundRect">
            <a:avLst>
              <a:gd name="adj" fmla="val 200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8680" y="51206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788920" y="512064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zip/patch + SessionStart auto-update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995160" y="512064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· lockstep · doctor diffs versions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85800" y="562356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trade-off: autonomy + overnight output — paid in machine drift, silent cost, frozen updates (2.5 months).  V2 trade-off: repeatability + trust — paid in no overnight automation, no marketing lanes.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9738360" y="5687568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738360" y="566013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85800" y="6199632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v1 fails: global state drifts · routines rot silently (7-day cron expiry, nobody re-registers) · auto-approve + Bash(*) erode trust · zip/patch froze fixes · telemetry-in-product privacy surface · marketing lanes unmeasured.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YARDSTICKS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know we lack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gaps first — then what we deliberately left out · full analysis: GAP-ANALYSIS.md.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28600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GAPS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67004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· HIGH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40280" y="2670048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trusted metering — cost basis unknown, cache reads inflate A+wave 5–8×; no per-task budget; a wrong-model probe ($0.17/turn) slipped through.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323697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· HIGH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40280" y="3236976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Advisory, not mechanical — R4 pushed a fragile-file change through an operator approval; no CI check enforces plan-vs-PR files.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38039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· MED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40280" y="3803904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cell is N=1 — variance unmeasured; the 4.2× headline is one run.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0120" y="43708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· MED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40280" y="4370832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CI/Vercel/rollback lanes never fire offline — live-tested only, no regression cell.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9377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HUMAN-HOUR · MED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40280" y="4937760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exists (hooks + PR windows) — public evidence still pending.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63640" y="2103120"/>
            <a:ext cx="5257800" cy="3429000"/>
          </a:xfrm>
          <a:prstGeom prst="roundRect">
            <a:avLst>
              <a:gd name="adj" fmla="val 2667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22860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INCLUDED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37960" y="2743200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hooks / auto-runtime / silent telemetry — v1 lesson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37960" y="3090672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auto-approve — every gate is a human decision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37960" y="3438144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marketing agent lanes — removed v2.6.0 (unmeasured)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37960" y="3785616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permissions grants — Bash(*) killed v1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37960" y="4133088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SWE-bench floor — documented trade-off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37960" y="4480560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global memory — repo artifacts ARE the memory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37960" y="4828032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wave loop in canonical — negative in headless proxy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5800" y="576072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LIST · next: trusted cost loop (pin check + baseline + budgets) · CI plan-vs-PR + fragile-file enforcement · headline cells N≥3 · devops staging smoke · second-model matrix.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85800" y="626364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623620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286000" y="6291072"/>
            <a:ext cx="9052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list is provable; exclusions are design choices, not defects — both are in GAP-ANALYSIS.md.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02336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7772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from experience. Graded by evidence.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2423160"/>
            <a:ext cx="10698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12 metered runs — value proven where difficulty lives; gaps labeled, not hidden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Tokens: no budget yet — cheap to meter, baseline next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SDD + TDD + 4-agent team — 12 measured runs + two POCs; lab confounds labeled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Human-hour ratio: measured via hooks + PR windows — target 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trusted cost loop · CI plan-vs-PR enforcement · N≥3 headline cells · devops staging smoke · second-model matrix.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solved discipline — a repeatable, honest one.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SDLC — An experience-driven AI-SDLC framework for the Claude Code harness</dc:title>
  <dc:subject>PptxGenJS Presentation</dc:subject>
  <dc:creator>Agentic SDLC</dc:creator>
  <cp:lastModifiedBy>Agentic SDLC</cp:lastModifiedBy>
  <cp:revision>1</cp:revision>
  <dcterms:created xsi:type="dcterms:W3CDTF">2026-08-31T08:12:17Z</dcterms:created>
  <dcterms:modified xsi:type="dcterms:W3CDTF">2026-08-31T08:12:17Z</dcterms:modified>
</cp:coreProperties>
</file>