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claim is graded. Honestly — we grade our own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starting model: linear pipeline. The framework is its correction.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Learned from v1's machine drift; v2 encodes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Canvas: mark the plan-protocol claim as the most original piece.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will ask 'what's original' - answer honestly before they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Small roster; the method is the chain: spec gate -&gt; plan gate -&gt; TDD -&gt; QA -&gt;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Greenfield: /asdlc-project. Brownfield: /asdlc-adopt. Doctor verifies at any stage. Each stage = one skill lane.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Operator decides, PM serializes, dev/qa execute with gates. Three lanes, two approvals, one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 verified live via fcc-claude earlier. Cases: named, and confounds labeled.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Methodology slide exists so the results are read with their confounds in frame, not as bare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runs, 3 arms, real numbers, real gaps. Read the R4 line out loud: the guardrail is advisory — that is the honesty that earns trust.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gaps. That is the part we defend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2011680"/>
            <a:ext cx="5120640" cy="5120640"/>
          </a:xfrm>
          <a:prstGeom prst="ellipse">
            <a:avLst/>
          </a:prstGeom>
          <a:solidFill>
            <a:srgbClr val="2734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HARNESS  ·  PLUGIN  ·  v2.8.0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SDLC</a:t>
            </a:r>
            <a:endParaRPr lang="en-US" sz="7000" dirty="0"/>
          </a:p>
        </p:txBody>
      </p:sp>
      <p:sp>
        <p:nvSpPr>
          <p:cNvPr id="5" name="Text 3"/>
          <p:cNvSpPr/>
          <p:nvPr/>
        </p:nvSpPr>
        <p:spPr>
          <a:xfrm>
            <a:off x="731520" y="288036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AI-SDLC framework built from delivery experience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  ·  17 skills  ·  spec-first  ·  test-first  ·  evidence-gated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carries one of these grades: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562356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559612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68880" y="5623560"/>
            <a:ext cx="11704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68880" y="5596128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06240" y="562356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0" y="559612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562356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7C8698"/>
          </a:solidFill>
          <a:ln w="12700">
            <a:solidFill>
              <a:srgbClr val="7C869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559612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63840" y="5669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E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github.com/trac41799/claude-code-agentic-sdlc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team-shaped framework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changed the bottleneck. The product is the process.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340156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4231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loss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96012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 starts cold.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288536" y="2194560"/>
            <a:ext cx="340156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2856" y="24231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Handoff tax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62856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handoff loses fidelity.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891272" y="2194560"/>
            <a:ext cx="340156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65592" y="24231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 shift it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8165592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 is process, not code.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85800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286000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2496312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96312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096512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06824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06824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907024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117336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17336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717536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27848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27848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528048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738360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38360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85800" y="562356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1B5E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standard SDLC, agent-executed: from idea to clean POC.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685800" y="612648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6099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market asked for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58568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474720" y="2258568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AND non-technical founders, one engineer of support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85800" y="3044952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1546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474720" y="31546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→ working POC in days — clean codebase + docs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85800" y="3941064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050792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74720" y="4050792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Greenfield-first \u00B7 maps to standard SDLC phases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85800" y="4837176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946904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by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474720" y="4946904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proposes — the human decides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85800" y="5532120"/>
            <a:ext cx="10835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Constraints we imposed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85800" y="6035040"/>
            <a:ext cx="10835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global  ·  no hooks  ·  all change via PR  ·  operator gates every decision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repo, three layers, five decisions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· runtime · product — each decision kills a known failure.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5798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MARKETPLACE = CANONICAL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2487168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commands update via marketplace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85800" y="2999232"/>
            <a:ext cx="5349240" cy="777240"/>
          </a:xfrm>
          <a:prstGeom prst="roundRect">
            <a:avLst>
              <a:gd name="adj" fmla="val 11765"/>
            </a:avLst>
          </a:prstGeom>
          <a:solidFill>
            <a:srgbClr val="EAF0FB"/>
          </a:solidFill>
          <a:ln w="15875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054096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PER-PROJECT TEAM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33832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 · 17 skills · in project .claude/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85800" y="3895344"/>
            <a:ext cx="5349240" cy="777240"/>
          </a:xfrm>
          <a:prstGeom prst="roundRect">
            <a:avLst>
              <a:gd name="adj" fmla="val 11765"/>
            </a:avLst>
          </a:prstGeom>
          <a:solidFill>
            <a:srgbClr val="F4F9F5"/>
          </a:solidFill>
          <a:ln w="15875">
            <a:solidFill>
              <a:srgbClr val="F4F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95020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SCAFFOLD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27939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· Supabase · Vercel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309360" y="2103120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157984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global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92240" y="248716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drift killed v1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309360" y="2889504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2944368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agents, skills on demand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92240" y="3273552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budget stays deliberate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309360" y="3675888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3730752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Plan-protocol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492240" y="405993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undeclared mega-PRs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309360" y="4462272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4517136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updates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492240" y="4846320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zip/curl to rot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309360" y="5248656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530352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gates at spec/plan/PR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492240" y="563270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decides, team executes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85800" y="608076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605332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194560" y="6108192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enforces manifests, lockstep versions, counts, no-global-install.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INTELLECTUAL HONESTY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Adopted vs built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MIT-credited adaptions; the orchestration layer is ours.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5349240" cy="3383280"/>
          </a:xfrm>
          <a:prstGeom prst="roundRect">
            <a:avLst>
              <a:gd name="adj" fmla="val 2703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37744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 · mattpocock/skills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60120" y="297180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94436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DEV-TDD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29000" y="297180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294436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QA-TRIAGE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60120" y="3538728"/>
            <a:ext cx="16276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511296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GRILL-WITH-DOCS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29000" y="353872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9000" y="3511296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TO-ISSUES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60120" y="4105656"/>
            <a:ext cx="171907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07822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SETUP-PRE-COMMIT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29000" y="4105656"/>
            <a:ext cx="153619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29000" y="4078224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GIT-GUARDRAILS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489204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Adapted, kept MIT credit, wired into the team.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63640" y="2194560"/>
            <a:ext cx="5257800" cy="3383280"/>
          </a:xfrm>
          <a:prstGeom prst="roundRect">
            <a:avLst>
              <a:gd name="adj" fmla="val 2703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7960" y="237744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IN-HOUSE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537960" y="2971800"/>
            <a:ext cx="208483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2944368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PLAN-PROTOCOL ENGINE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823960" y="2971800"/>
            <a:ext cx="171907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823960" y="2944368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DEV-FEATURE-PLAN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537960" y="3538728"/>
            <a:ext cx="199339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3511296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CHAIN (5 SKILLS)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823960" y="3538728"/>
            <a:ext cx="181051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23960" y="3511296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DEVOPS-CICD · OPS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537960" y="4105656"/>
            <a:ext cx="217627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37960" y="4078224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WEB-PUBLISHER-PUBLISH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823960" y="4105656"/>
            <a:ext cx="217627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23960" y="4078224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COMMANDS + SCAFFOLD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37960" y="4892040"/>
            <a:ext cx="4617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hybrid: industry patterns + orchestration layer.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85800" y="598932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596188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194560" y="601675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verified per skill frontmatter.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+ method: SDD decides, TDD proves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product-manager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86968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· epics · status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47288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48456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648456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impl. · publishing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08776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9944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qa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409944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· triage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970264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71432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devops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171432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· guardrails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" y="365760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dev start without an approved plan. No self-merges. All change via PR.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85800" y="443484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61772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SPEC-FIRST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0120" y="507492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before code. Plan is the contract.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557784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approves spec AND plan.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263640" y="443484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461772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TEST-FIRST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537960" y="507492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first, then minimal green. Refactor.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537960" y="557784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= gates passed with evidence.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SDLC cycle, two entry points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 · brownfield · slash commands mark every stage.</a:t>
            </a:r>
            <a:endParaRPr lang="en-US" sz="2000" dirty="0"/>
          </a:p>
        </p:txBody>
      </p:sp>
      <p:pic>
        <p:nvPicPr>
          <p:cNvPr id="5" name="Image 0" descr="D:\TRANSFER DATA\Coding\claude-code-agentic-sdlc\docs\slides/sdlc-cy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65960"/>
            <a:ext cx="10881360" cy="39502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stages, standard SDLC — the framework maps a skill to each stage and a command to each entry.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request: first command → merged PR</a:t>
            </a:r>
            <a:endParaRPr lang="en-US" sz="4400" dirty="0"/>
          </a:p>
        </p:txBody>
      </p:sp>
      <p:pic>
        <p:nvPicPr>
          <p:cNvPr id="4" name="Image 0" descr="D:\TRANSFER DATA\Coding\claude-code-agentic-sdlc\docs\slides/workflow-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28800"/>
            <a:ext cx="11384280" cy="41330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11480" y="6080760"/>
            <a:ext cx="11384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gate · plan gate · TDD per task · QA before merge — the diagram IS the two-phase story.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&amp; EVIDENCE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commands. Two one-week POCs.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05740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marketplace add trac41799/claude-code-agentic-sdlc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install agentic-sdlc@agentic-sdlc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3154680"/>
            <a:ext cx="10835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/asdlc-doctor · /asdlc-project (new repo) · /asdlc-adopt (existing)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3749040"/>
            <a:ext cx="10835640" cy="868680"/>
          </a:xfrm>
          <a:prstGeom prst="roundRect">
            <a:avLst>
              <a:gd name="adj" fmla="val 10526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895344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WorkHealthyAustralia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023360" y="385876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· healthcare — janet.care (personal healthcare AI-assistant) + occuspan.com · POC in 1 week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" y="4754880"/>
            <a:ext cx="10835640" cy="868680"/>
          </a:xfrm>
          <a:prstGeom prst="roundRect">
            <a:avLst>
              <a:gd name="adj" fmla="val 10526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901184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DOXA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023360" y="486460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· staffing — multiple projects under NDA · POC in 1 week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5800" y="5760720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Both: non-technical founders, one engineer of support, one engineer of trust.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6172200"/>
            <a:ext cx="11704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6144768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194560" y="6199632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Confounded: model mix drifted mid-build · no cost tracking · n = 2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FIRST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benchmark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before numbers — same model, frozen tasks, metered, non-merge.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25856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88920" y="225856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bare · A′ framework passive · A framework activated (routing + lanes)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2916936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026664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88920" y="3026664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commit · same model pin · identical frozen task text · same tooling flags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685032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7947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88920" y="379476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JSON: turns, tokens in/out, cost · wall clock · outcome gates (pytest / node --test)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5800" y="4453128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56285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788920" y="4562856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acceptance (no live DB, no deploys) · exp branches, never merged to main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221224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3309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88920" y="5330952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+ hidden rubric checks (crash-safety, idempotency, concurrency) + traceability (spec→plan→tasks artifacts)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" y="603504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on this deck's results slide came from the bench kit in the repo — rerun any cell with one command (docs/benchmarks/BENCHMARK-SUMMARY.md).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· 4 RUNS, 3 ARMS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Measured: bare vs passive vs activated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repos · same frozen tasks · same model · metered. Froam exp branches (non-merge).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749040" y="18288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BARE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09360" y="18288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A′ · PASSIVE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0" y="18288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ACTIVATED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148840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276856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· add-tests (trivial)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749040" y="2276856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$0.63 · 6 tests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09360" y="2276856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$0.62 · 7 tests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9680" y="2276856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$0.47 · 10 tests · 2.5× turns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85800" y="2898648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026664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· DB + RLS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749040" y="3026664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$0.22 · 11 tests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309360" y="3026664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$0.27 · 11 tests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869680" y="302666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$0.67 · 11 tests + plan/QA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" y="3648456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776472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· fragile refactor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749040" y="3776472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 · restraint pass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309360" y="3776472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869680" y="377647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violated (guardrail advisory) · prod-correct when approved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5800" y="4398264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52628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· vertical FE+BE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749040" y="45262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$0.94 · 4 tests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309360" y="45262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869680" y="45262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$0.98 · 4 tests + plan/tasks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85800" y="5486400"/>
            <a:ext cx="10835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Findings: passive ≈ bare (placebo) · activation tax scales with ceremony, benefit with risk · restraint is advisory, not structural · QA lane is the value on risky approved change.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85800" y="6080760"/>
            <a:ext cx="10835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gap fixed via dev-agent-router (16→17 skills) · DeepSeek pin since R2 · world anchor: SWE-bench-style floor check pending.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023360"/>
            <a:ext cx="5120640" cy="5120640"/>
          </a:xfrm>
          <a:prstGeom prst="ellipse">
            <a:avLst/>
          </a:prstGeom>
          <a:solidFill>
            <a:srgbClr val="2734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7772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from experience. Graded by evidence.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31520" y="2423160"/>
            <a:ext cx="10698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Benchmark: 1 run, trivial task — gaps shown, value not yet proven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Tokens: managed by baseline next — cheap to meter, no budget yet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SDD + TDD + 4-agent team — tested on two POCs, lab-confound labeled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Human-hour ratio: measured via hooks + PR windows — target 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vertical · DB · refactor scenarios on the traveling-friend repos, then the token baseline.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solved discipline — a repeatable, honest one.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SDLC — An experience-driven AI-SDLC framework for the Claude Code harness</dc:title>
  <dc:subject>PptxGenJS Presentation</dc:subject>
  <dc:creator>Agentic SDLC</dc:creator>
  <cp:lastModifiedBy>Agentic SDLC</cp:lastModifiedBy>
  <cp:revision>1</cp:revision>
  <dcterms:created xsi:type="dcterms:W3CDTF">2026-08-30T08:48:47Z</dcterms:created>
  <dcterms:modified xsi:type="dcterms:W3CDTF">2026-08-30T08:48:48Z</dcterms:modified>
</cp:coreProperties>
</file>