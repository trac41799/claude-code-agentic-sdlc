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about provenance: this deck's repo is the fork; the official ex-company repo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stack today and the fastest onboarding stack: Claude Code harness, GitHub PRs, Vercel deploys, Supabase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Greenfield: /asdlc-project. Brownfield: /asdlc-adopt. Doctor verifies at any stage. Each stage = one skill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bench-kit table. Read the B line out loud: halted at max_turns with more spent. The framework's value concentrates exactly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slide time: every artifact referenced here exists and is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pitch: an agent team that builds and markets, running overnight with no human. It worked — until the machine drifted.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version of the story: v1 worked until it drifted. v2 gave up overnight autonomy for gates that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v2.8.0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TINKER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Fork first — the official repo is read-only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runs and experiments belong on your own fork. Never commit to the official ex-company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603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· YOUR FORK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Tinkering · benchmark runs · extensions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0690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it, clone it, run bench/greenfield.py on your own cases.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3774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56032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· EX-COMPANY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3017520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reference — do not commit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356616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github.com/talentedgeai/infinite-leverage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40690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history — v1 and the v2 lineage live here.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9377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rule: benchmark evidence lands on your fork — the official repo stays a clean reference.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standard SDLC, agent-executed: from idea to clean POC.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AND 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working POC in days — clean codebase + docs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Greenfield-first \u00B7 maps to standard SDLC phases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 the team lives in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· the change · the delivery · the data — also the fastest client onboarding stack.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22860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22585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· skills · slash commands. Every gate (spec · plan · PR) is an operator decision in the loop.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the 4-agent team executes 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22860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2585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&amp; CI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 via PR, never self-merged. CI enforces manifests, version lockstep, skill counts, no-global-install.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 and the merge 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3337560" y="411480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08736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per PR · prod from main. The Deploy lane of the cycle — what clients see as “it went live”.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deploys; preview URLs on every PR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41148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15400" y="40873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AUTH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 in the scaffold, free tier. No infra decisions for a new client.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and identity in the project scaffold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5852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= Next.js on Vercel + Supabase — the same stack a new client adopts in days, with no infra decisions.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692640" y="58521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58247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slash commands mark every stage.</a:t>
            </a:r>
            <a:endParaRPr lang="en-US" sz="2000" dirty="0"/>
          </a:p>
        </p:txBody>
      </p:sp>
      <p:pic>
        <p:nvPicPr>
          <p:cNvPr id="5" name="Image 0" descr="D:\TRANSFER DATA\Coding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standard SDLC — the framework maps a skill to each stage and a command to each entry.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· FROM THE RECOMMENDED FORK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315468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OFFICIAL ORIGIN · EX-COMPANY, READ-ONLY · github.com/talentedgeai/infinite-leverage — tinker on your fork, never commit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97764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10565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23360" y="4069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498348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11149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023360" y="5074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5870448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output,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bench-kit output — GREENFIELD-3 (rate-limited SSE proxy), same model, same brief.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         A activated       B bare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7203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(min)            6.5          27.4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9008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                  56            61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25983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             1.08          2.84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352958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tokens           50991         85443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79933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tokens          42779        144366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406908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GATE · pytest tests/ -q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33882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24 passed [COMPLETED] · 56 turns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6085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22 passed [HALTED] · 61 turns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8783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terminal: max_turns (mid-tool-use)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5440680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A finished at 56 turns; B was stopped mid-tool-use at 61 — more spent, less delivered.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— 27.4 min · $2.84 · 22 tests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— no spec/plan/tasks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 halted before completion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ACTIVATED — 6.5m · $1.08 · 24 tests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3502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docs/qa/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3776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docs/product/product.md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0507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.specify/features/rate-limited-sse-proxy/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spec.md · impl-plan.md · tasks.md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0" y="4599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QA lane verified the work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" y="580644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arm finished 4.2× faster — and left a traceability trail.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85800" y="62179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gates only — the devops lanes (CI · Vercel ops · rollback) fire on live projects, not in a lab bench.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frozen tasks · one model · metered. Non-merge exp branches (froam).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470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0" y="18470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4942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5760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224942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2962656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08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5760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0" y="3108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822192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96849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65760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0" y="396849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advisory violated · prod-correct when approved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681728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2803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65760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3504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0" y="48280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562356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— the QA lane is the value on risky approved change.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 to 17 skills) · model pinned since R2 · SWE-bench-style floor check: pending · —/ n/a = not run.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in the repo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bench kit · evidence · demo guide — one link each, all public.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756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fork — framework · plugin · bench kit · deck source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675120" y="20756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trac41799/claude-code-agentic-sdlc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4688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328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evidence — 12 runs, repro commands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75120" y="25328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docs/benchmarks/BENCHMARK-SUMMARY.md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29260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900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run guide (≤10 min)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75120" y="29900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docs/demo/live-demo-guide.md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33832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4472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setup — 5 prompts for non-technical founders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75120" y="3447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docs/guide/CLIENT-SETUP.md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38404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044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FE (froam)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675120" y="39044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trac41799/froam-journey-platform-fe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42976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3616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BE (froam)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75120" y="43616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trac41799/travelbuddy-agentic-be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47548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188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origin (ex-company) — v1 history, read-only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675120" y="48188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talentedgeai/infinite-leverage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85800" y="52120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2760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cases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675120" y="52760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janet.care · occuspan.com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85800" y="56692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7332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stack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75120" y="5733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claude.com · github.com · vercel.com · supabase.com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62179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results slides reruns with one command from the bench kit.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— the fully automated agent-team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“Infinite Leverage” (2026) · reconstructed from the public commit tree.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agents — dev + marketing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07238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DEV: product-manager · developer · devops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40156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qa · web-publisher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73075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MKT: writer · designer · email-marketer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4059936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(+ marketing-strategist)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38912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install: ~/.claude/ agents · hooks ·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71830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skills · scheduled-tasks (zip + patch)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504748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workflow skills, zipped per agent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37667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Settings: Bash(*) grant · acceptEdits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— NO HUMAN IN THE LOOP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78408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pm-daily-plan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0" y="29992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07:03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784080" y="29992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auto-approve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32644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pm-standup-compile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0" y="326440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18:07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784080" y="3264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37960" y="35295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pm-eod-summary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86800" y="352958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18:37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0" y="35295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3794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pm-weekly-rag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86800" y="37947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 17:07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84080" y="37947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37960" y="40599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writer-weekly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86800" y="405993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 09:03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9784080" y="40599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 brief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537960" y="43251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designer-weekly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43251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09:03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784080" y="4325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hero.webp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537960" y="45902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web-publisher-weekly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59028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09:03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784080" y="4590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+ idx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37960" y="4855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email-marketer-weekly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5546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 10:03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784080" y="48554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537960" y="51206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devops-daily health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1206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06:00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9784080" y="51206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537960" y="5468112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CronCreate → RemoteTrigger (cloud-persistent)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6537960" y="5724144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pre-bash · prompt-submit · SessionStart/End · telemetry → Supabase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685800" y="605332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" y="602589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286000" y="60533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trail: 5c89076 “8 scheduled task templates using CronCreate” (durable=true · auto-expire 7 days)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28600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Supporting: 9291df3 · b753023 · a218b79 hooks · fff7a9a telemetry · e2d5d67 init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→ v2: what changed, and why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 — leverage. Different trust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1874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· INFINITE LEVERAGE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95160" y="1874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· AGENTIC SDLC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5798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surface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21579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 global — zip + patch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995160" y="21579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plugin · per-project .claude/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257860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6517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8920" y="26517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cron routines · auto-approve · overnight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95160" y="26517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every gate is a human decision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07238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1455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88920" y="31455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silent session/tool hooks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95160" y="31455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 public — guardrails/pre-commit are project-scoped, on request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566160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6393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36393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Bash(*) grant · acceptEdits default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95160" y="36393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permissions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059936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1330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lanes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88920" y="413308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8–9 — dev + marketing (writer/designer/email)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95160" y="413308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engineering only; publishing folded into developer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55371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6268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88920" y="46268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in-product · auto-delivered · human-hours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995160" y="46268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to a private plugin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504748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120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88920" y="51206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zip/patch + SessionStart auto-update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95160" y="5120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· lockstep · doctor diffs versions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85800" y="562356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trade-off: autonomy + overnight output — paid in machine drift, silent cost, frozen updates (2.5 months).  V2 trade-off: repeatability + trust — paid in no overnight automation, no marketing lanes.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38360" y="568756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38360" y="56601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6199632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v1 fails: global state drifts · routines rot silently (7-day cron expiry, nobody re-registers) · auto-approve + Bash(*) erode trust · zip/patch froze fixes · telemetry-in-product privacy surface · marketing lanes unmeasured.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12 metered runs — value proven where difficulty lives; gaps labeled, not hidden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no budget yet — cheap to meter, baseline next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12 measured runs + two POCs; lab confounds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token budget baseline · SWE-bench-style floor check · telemetry on live traffic.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2026-08-31T03:40:44Z</dcterms:created>
  <dcterms:modified xsi:type="dcterms:W3CDTF">2026-08-31T03:40:44Z</dcterms:modified>
</cp:coreProperties>
</file>