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Positioning: this is not a research report claiming control groups we don't have. It is an experience-driven framework presented with report discipline: every claim carries an evidence grade. For a young-senior engineering audience: lead with trade-offs and honest gaps.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grading legend live. The honest bit: two case studies exist, both confounded; benchmark is planned, not run. That honesty is the credibility engine for this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'agents change the unit' point is the load-bearing idea: process engineering, not prompt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about my starting model: linear, handoff-heavy. The framework is my correction to that model, not a claim that the model was wrong for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constraints were learned the hard way (v1 installed globally and drifted). v2 is the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layers: distribution (marketplace), runtime (per-project team), product (scaffold). Each is small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table as decision -&gt; failure prevented. The plan-protocol engine is the most 'invented' piece and the one to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exists because the audience will ask. Six skills are adaptations of Matt Pocock's MIT skills, credited per-file.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agents, not an army: each owns a lane. The routing table is the single source of truth for delegation.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'product' loop: the PM agent serializes business intent into decision-complete specs, then issues.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dev-loop is the core claim of the framework: plan -&gt; test-first -&gt; gates -&gt; PR. Everything else serves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the SDD methodology (specify -&gt; tdd -&gt; gates) that this operator applies to all projects; the framework encodes it in dev-* skills.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diagram top to bottom: operator decides, PM serializes, dev/qa execute with gates. Note the two approval loops (spec, plan) and the review/merge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install path was executed live with the Free Claude Code proxy in prep for this deck - strong evidence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confounds before anyone asks. The credibility play: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isolation principle: measurement harness lives outside the framework core. Three-arm design: framework vs bare vs competitor 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'did you add token optimization?' - no, and here's the measurement plan to decide whether we need 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gaps before strengths. The v1-&gt;v2 story is the strongest credibility signal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honesty note: we defend the confounds, not the hype.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548640"/>
            <a:ext cx="3108960" cy="3108960"/>
          </a:xfrm>
          <a:prstGeom prst="ellipse">
            <a:avLst/>
          </a:prstGeom>
          <a:solidFill>
            <a:srgbClr val="2C3B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MARKETPLACE  ·  v2.8.0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experience-driven AI-SDLC framework for the Claude Code harness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5204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 planning  ·  Test-first implementation  ·  Evidence-gated delivery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3949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16 workflow skills  ·  4 plugin commands  ·  per-project isolation  ·  zero global installs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58064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&amp; FRAMING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this deck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is graded. Nothing is asserted without a grade.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10789920" cy="932688"/>
          </a:xfrm>
          <a:prstGeom prst="roundRect">
            <a:avLst>
              <a:gd name="adj" fmla="val 8824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12264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98548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331720" y="1901952"/>
            <a:ext cx="8915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 in this repo's CI or by local runs on this machine (e.g. doctor.sh, plugin install, plan-protocol test suite, E2E adopt run).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85800" y="2843784"/>
            <a:ext cx="10789920" cy="932688"/>
          </a:xfrm>
          <a:prstGeom prst="roundRect">
            <a:avLst>
              <a:gd name="adj" fmla="val 8824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72968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5925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331720" y="2962656"/>
            <a:ext cx="8915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in real engagements. Labeled with its confounds — small n, uncontrolled model mix, no cost tracking. Treated as signal, not proof.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3904488"/>
            <a:ext cx="10789920" cy="932688"/>
          </a:xfrm>
          <a:prstGeom prst="roundRect">
            <a:avLst>
              <a:gd name="adj" fmla="val 8824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233672"/>
            <a:ext cx="861365" cy="237744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219956"/>
            <a:ext cx="8613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331720" y="4023360"/>
            <a:ext cx="8915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decision and the reason we made it. You may disagree; the reason is stated so the disagreement is about substance.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85800" y="4965192"/>
            <a:ext cx="10789920" cy="932688"/>
          </a:xfrm>
          <a:prstGeom prst="roundRect">
            <a:avLst>
              <a:gd name="adj" fmla="val 8824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5294376"/>
            <a:ext cx="718718" cy="237744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280660"/>
            <a:ext cx="7187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331720" y="5084064"/>
            <a:ext cx="8915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protocol that exists on paper and will be run (benchmark + token baseline). Not yet evidence.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85800" y="6035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choice: expertise over process, delivered with academic-report discipline. The framework encodes judgment (where to gate, what to verify); the process is the servant, not the master.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 instead of a better copilot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401568" cy="2834640"/>
          </a:xfrm>
          <a:prstGeom prst="roundRect">
            <a:avLst>
              <a:gd name="adj" fmla="val 2903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2240280"/>
            <a:ext cx="310896" cy="31089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41832" y="26974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41832" y="3200400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session starts cold. Requirements, decisions and rationale live in chat history, inboxes and someone's head — not in the repo.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41832" y="46177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88536" y="1965960"/>
            <a:ext cx="3401568" cy="2834640"/>
          </a:xfrm>
          <a:prstGeom prst="roundRect">
            <a:avLst>
              <a:gd name="adj" fmla="val 2903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40280"/>
            <a:ext cx="310896" cy="31089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44568" y="26974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44568" y="3200400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→ design → code → test → deploy is an information pipeline. Every handoff loses fidelity. Human SDLC spends most of its energy on re-discovery.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44568" y="46177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891272" y="1965960"/>
            <a:ext cx="3401568" cy="2834640"/>
          </a:xfrm>
          <a:prstGeom prst="roundRect">
            <a:avLst>
              <a:gd name="adj" fmla="val 2903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47304" y="2240280"/>
            <a:ext cx="310896" cy="31089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47304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47304" y="26974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change the unit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47304" y="3200400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agent can act — write, run, test, commit, open a PR. The bottleneck stops being 'can it code' and becomes 'does it know what to build, and is it kept honest'.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47304" y="46177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512064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we acted on: if agents can do the work, the product becomes the process around them — the team, its rules, and the loop they run in.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85800" y="6172200"/>
            <a:ext cx="861365" cy="237744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6158484"/>
            <a:ext cx="8613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SDLC as I understood it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pipeline, leaking information at every handoff.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677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350008" y="2240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42032" y="201168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22677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06240" y="2240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98264" y="201168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98264" y="22677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62472" y="2240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54496" y="201168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54496" y="22677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918704" y="2240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110728" y="201168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10728" y="22677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774936" y="2240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966960" y="201168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66960" y="22677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3474720"/>
            <a:ext cx="10789920" cy="65836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358444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drift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703320" y="3584448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decided lives outside the repo; the repo is the only honest record and it is rarely updated.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85800" y="4151376"/>
            <a:ext cx="10789920" cy="65836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0120" y="426110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Definition-of-done gap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703320" y="4261104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'Done' means 'looks finished'. Nothing verifies it against a spec or a test.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85800" y="4828032"/>
            <a:ext cx="10789920" cy="65836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4937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bottleneck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3703320" y="493776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human reviews everything — the constraint that makes delivery linear, not parallel.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85800" y="5504688"/>
            <a:ext cx="10789920" cy="65836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0120" y="561441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Re-discovery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703320" y="5614416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work starts, the context that justified the design has been half-forgotten.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85800" y="62179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mental model that shaped the design: an SDLC is an information pipeline. Fix the pipeline, not the prompt.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Non-technical founders shipping real products — with one engineer of support.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5394960" cy="868680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116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99339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Non-technical founders ('vibecoding' as a delivery mode), guided by one senior engineer.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394960" cy="868680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1752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68880" y="299923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working POC in days, not months — with a quality floor that survives handoff to real users.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3931920"/>
            <a:ext cx="5394960" cy="868680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0233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400507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machine, one Claude Code install, one framework. No infrastructure project, no consulting staff-up.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4937760"/>
            <a:ext cx="5394960" cy="868680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02920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468880" y="501091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stays the decision-maker: specs, plans, merges. The agent team proposes; the human disposes.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constraints we imposed on ourselves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2395728"/>
            <a:ext cx="51206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installs globally — zero writes to ~/.claude from the shipped payload (CI-enforced).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hooks, no telemetry, no background behavior in the product plugin.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teams: agents + skills live in the project's own .claude/.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changes land via PR; nobody merges their own work; the developer never starts without an approved plan.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operator's existing code and history are never rewritten by adoption.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5577840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56412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400800" y="589788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live deployments back these constraints — slide 15. Both shipped a POC in one week.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one repo, three layers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marketplace repo is the canonical source of everything a project needs.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10835640" cy="123444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116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REPO = CANONICAL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33172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plugin marketplace add trac41799/claude-code-agentic-sdlc → plugin ships 4 commands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65176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/asdlc-project  ·  /asdlc-adopt  ·  /asdlc-doctor  ·  /asdlc-memory-cleanup — plus agent definitions, skills, rules, scaffold template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37560"/>
            <a:ext cx="10835640" cy="1234440"/>
          </a:xfrm>
          <a:prstGeom prst="roundRect">
            <a:avLst>
              <a:gd name="adj" fmla="val 666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474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 (installed into the project's .claude/)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37947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— product-manager · developer · qa · devops  —  16 workflow skills  ·  engineering rules  ·  delegation block in CLAUDE.md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1148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only inside this project. Never global. Fresh clones get the team via /asdlc-adopt.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4800600"/>
            <a:ext cx="10835640" cy="1234440"/>
          </a:xfrm>
          <a:prstGeom prst="roundRect">
            <a:avLst>
              <a:gd name="adj" fmla="val 6667"/>
            </a:avLst>
          </a:prstGeom>
          <a:solidFill>
            <a:srgbClr val="F4F9F5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377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CANONICAL SCAFFOLD (templates/project-scaffold/)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52578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Tailwind + shadcn/ui · Supabase (db, auth, storage) · Vercel deploy · docs/ product + engineering layout · FOLDER-STRUCTURE.md as the authoritative spec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557784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scaffold is a product decision: every project starts with the same quality floor.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6126480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6112764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48840" y="615391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enforces: manifests parse, versions in lockstep, 4 agents / 16 skills, no global-install writes, frontmatter name == directory.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architecture looks like this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decision names the failure it prevents.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10835640" cy="777240"/>
          </a:xfrm>
          <a:prstGeom prst="roundRect">
            <a:avLst>
              <a:gd name="adj" fmla="val 10588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installs globally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840480" y="2011680"/>
            <a:ext cx="6675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v1: stale copies, shadow skills, 'works on my laptop'. v2 payload is CI-blocked from any write into ~/.claude.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10104120" y="2194560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04120" y="2180844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85800" y="2807208"/>
            <a:ext cx="10835640" cy="777240"/>
          </a:xfrm>
          <a:prstGeom prst="roundRect">
            <a:avLst>
              <a:gd name="adj" fmla="val 10588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91693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do the work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840480" y="2898648"/>
            <a:ext cx="6675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.md files stay under ~4KB; workflow detail lives in skills loaded on demand. Keeps every session's context budget spend deliberate.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10104120" y="3081528"/>
            <a:ext cx="861365" cy="237744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04120" y="3067812"/>
            <a:ext cx="8613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3694176"/>
            <a:ext cx="10835640" cy="777240"/>
          </a:xfrm>
          <a:prstGeom prst="roundRect">
            <a:avLst>
              <a:gd name="adj" fmla="val 10588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80390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840480" y="3785616"/>
            <a:ext cx="6675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dependency-free plan registry + blast-radius guard + pre-push hook stops undeclared mega-PRs. Runtime-agnostic (Node builtins only; 32/32 tests green).</a:t>
            </a:r>
            <a:endParaRPr lang="en-US" sz="1180" dirty="0"/>
          </a:p>
        </p:txBody>
      </p:sp>
      <p:sp>
        <p:nvSpPr>
          <p:cNvPr id="18" name="Shape 16"/>
          <p:cNvSpPr/>
          <p:nvPr/>
        </p:nvSpPr>
        <p:spPr>
          <a:xfrm>
            <a:off x="10104120" y="3968496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04120" y="395478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85800" y="4581144"/>
            <a:ext cx="10835640" cy="777240"/>
          </a:xfrm>
          <a:prstGeom prst="roundRect">
            <a:avLst>
              <a:gd name="adj" fmla="val 10588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9087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is the update channel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840480" y="4672584"/>
            <a:ext cx="6675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plugins update through the marketplace — no zip/curl/copy machinery to rot. /asdlc-doctor compares installed vs released version.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>
            <a:off x="10104120" y="4855464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04120" y="4841748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85800" y="5468112"/>
            <a:ext cx="10835640" cy="777240"/>
          </a:xfrm>
          <a:prstGeom prst="roundRect">
            <a:avLst>
              <a:gd name="adj" fmla="val 10588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55778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where judgment lives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840480" y="5559552"/>
            <a:ext cx="6675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approval, plan approval, PR review, merge. The agent team is fast; the operator is accountable.</a:t>
            </a:r>
            <a:endParaRPr lang="en-US" sz="1180" dirty="0"/>
          </a:p>
        </p:txBody>
      </p:sp>
      <p:sp>
        <p:nvSpPr>
          <p:cNvPr id="28" name="Shape 26"/>
          <p:cNvSpPr/>
          <p:nvPr/>
        </p:nvSpPr>
        <p:spPr>
          <a:xfrm>
            <a:off x="10104120" y="5742432"/>
            <a:ext cx="861365" cy="237744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04120" y="5728716"/>
            <a:ext cx="8613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adopted vs what we built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where credit is due — adaptation with license-compliant attribution in every skill.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5394960" cy="4069080"/>
          </a:xfrm>
          <a:prstGeom prst="roundRect">
            <a:avLst>
              <a:gd name="adj" fmla="val 2022"/>
            </a:avLst>
          </a:prstGeom>
          <a:solidFill>
            <a:srgbClr val="FBF3E2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10312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— adapted from mattpocock/skills (MIT, credited in frontmatter)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 ← tdd (red–green–refactor)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317296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 ← triage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60120" y="3648456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pm-grill-with-docs ← grill-with-docs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60120" y="412394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pm-to-issues ← to-issues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60120" y="4599432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devops-setup-pre-commit ← setup-pre-commit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50749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devops-git-guardrails ← git-guardrails-claude-code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0120" y="55321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don't reinvent a working skill; adapt it, keep the MIT credit, wire it into the team.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920240"/>
            <a:ext cx="5212080" cy="4069080"/>
          </a:xfrm>
          <a:prstGeom prst="roundRect">
            <a:avLst>
              <a:gd name="adj" fmla="val 2022"/>
            </a:avLst>
          </a:prstGeom>
          <a:solidFill>
            <a:srgbClr val="EAF5EC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10312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— built in-house for this framework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 (registry + blast-radius + pre-push guard)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317296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 (spec → impl-plan.md + tasks.md)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64845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pm-client-interview · pm-constitution-sync · pm-epic-writing · pm-project-status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0" y="4123944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devops-ops · web-publisher-publish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0" y="459943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plugin commands + agent roster + routing table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83680" y="507492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canonical scaffold + FOLDER-STRUCTURE.md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83680" y="5532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(SDD/TDD, plan registry, pre-commit guards) + our orchestration layer.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" y="6126480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6112764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148840" y="6153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by grep of every SKILL.md frontmatter in the repo.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development team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 roles, one routing table, hard cross-agent rules.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86968" y="260604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Roadmap, specs, epics, project-status, approval triage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34930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skills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47288" y="20116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48456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648456" y="260604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Implementation, debugging, architecture, publishing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48456" y="34930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skills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08776" y="20116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9944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9944" y="260604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strategy, bug triage, regression verification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9944" y="34930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skill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70264" y="20116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71432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171432" y="260604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CI/CD, Vercel ops, git guardrails, pre-commit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71432" y="34930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skills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Cross-agent hard rules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5800" y="4572000"/>
            <a:ext cx="10789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never starts without a plan the PM approved.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bug is triaged (qa-triage) before anyone works on it — security/data bugs carry a priority floor.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committed unless the operator asked; nothing is pushed to main; all changes land through a PR.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merges its own PR.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Routing: a delegation block in the project's CLAUDE.md routes each request to exactly one agent (operator can override).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product-development workflow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business intent to an issue backlog — with the operator as approver.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1572768" cy="1325880"/>
          </a:xfrm>
          <a:prstGeom prst="roundRect">
            <a:avLst>
              <a:gd name="adj" fmla="val 620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2331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pm-client-interview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58952" y="288036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business context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4028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23160" y="2011680"/>
            <a:ext cx="1572768" cy="1325880"/>
          </a:xfrm>
          <a:prstGeom prst="roundRect">
            <a:avLst>
              <a:gd name="adj" fmla="val 620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96312" y="2331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pm-constitution-sync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496312" y="288036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decisions + rules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7764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60520" y="2011680"/>
            <a:ext cx="1572768" cy="1325880"/>
          </a:xfrm>
          <a:prstGeom prst="roundRect">
            <a:avLst>
              <a:gd name="adj" fmla="val 620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33672" y="2331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pm-epic-writing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33672" y="288036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decision-complete spec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71500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897880" y="2011680"/>
            <a:ext cx="1572768" cy="1325880"/>
          </a:xfrm>
          <a:prstGeom prst="roundRect">
            <a:avLst>
              <a:gd name="adj" fmla="val 620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71032" y="2331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pm-grill-with-docs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71032" y="288036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check vs docs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45236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635240" y="2011680"/>
            <a:ext cx="1572768" cy="1325880"/>
          </a:xfrm>
          <a:prstGeom prst="roundRect">
            <a:avLst>
              <a:gd name="adj" fmla="val 6207"/>
            </a:avLst>
          </a:prstGeom>
          <a:solidFill>
            <a:srgbClr val="F4B4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08392" y="2331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3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08392" y="288036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gate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8972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372600" y="2011680"/>
            <a:ext cx="1572768" cy="1325880"/>
          </a:xfrm>
          <a:prstGeom prst="roundRect">
            <a:avLst>
              <a:gd name="adj" fmla="val 620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5752" y="2331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pm-to-issues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45752" y="288036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backlog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85800" y="37490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product state lives (the repo is the single source of truth)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416052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docs/product/product.md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09360" y="416052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+ scope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14400" y="446227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docs/product/epics.md · epic-status.md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09360" y="446227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backlog + status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14400" y="476402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.specify/features/{slug}/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9360" y="476402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specs, impl-plans, tasks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" y="506577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docs/project-status.html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9360" y="506577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dashboard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4400" y="536752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docs/qa/{date}-{slug}-triage.md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9360" y="536752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reports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4400" y="56692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docs/brand/style-guide.md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309360" y="56692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tokens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no feature is spec'd without operator approval of the epic; no work starts without an approved plan.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implementation dev-loop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issue in — a reviewed PR out. No skipping, no side-doors.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1572768" cy="1737360"/>
          </a:xfrm>
          <a:prstGeom prst="roundRect">
            <a:avLst>
              <a:gd name="adj" fmla="val 5233"/>
            </a:avLst>
          </a:prstGeom>
          <a:solidFill>
            <a:srgbClr val="F4F9F5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228600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58952" y="2971800"/>
            <a:ext cx="1426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impl-plan.md + tasks.md with acceptance criteria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4028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23160" y="2057400"/>
            <a:ext cx="1572768" cy="1737360"/>
          </a:xfrm>
          <a:prstGeom prst="roundRect">
            <a:avLst>
              <a:gd name="adj" fmla="val 5233"/>
            </a:avLst>
          </a:prstGeom>
          <a:solidFill>
            <a:srgbClr val="F4B4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96312" y="228600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3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496312" y="2971800"/>
            <a:ext cx="1426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reviews the plan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97764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60520" y="2057400"/>
            <a:ext cx="1572768" cy="1737360"/>
          </a:xfrm>
          <a:prstGeom prst="roundRect">
            <a:avLst>
              <a:gd name="adj" fmla="val 5233"/>
            </a:avLst>
          </a:prstGeom>
          <a:solidFill>
            <a:srgbClr val="F4F9F5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33672" y="228600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 · per task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33672" y="2971800"/>
            <a:ext cx="1426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failing test → GREEN minimal → REFACTOR, evidence at each step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1500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897880" y="2057400"/>
            <a:ext cx="1572768" cy="1737360"/>
          </a:xfrm>
          <a:prstGeom prst="roundRect">
            <a:avLst>
              <a:gd name="adj" fmla="val 5233"/>
            </a:avLst>
          </a:prstGeom>
          <a:solidFill>
            <a:srgbClr val="F4F9F5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71032" y="228600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71032" y="2971800"/>
            <a:ext cx="1426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+ regression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5236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635240" y="2057400"/>
            <a:ext cx="1572768" cy="1737360"/>
          </a:xfrm>
          <a:prstGeom prst="roundRect">
            <a:avLst>
              <a:gd name="adj" fmla="val 5233"/>
            </a:avLst>
          </a:prstGeom>
          <a:solidFill>
            <a:srgbClr val="F4F9F5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08392" y="228600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08392" y="2971800"/>
            <a:ext cx="1426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blast-radius guard + CI gates run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8972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372600" y="2057400"/>
            <a:ext cx="1572768" cy="1737360"/>
          </a:xfrm>
          <a:prstGeom prst="roundRect">
            <a:avLst>
              <a:gd name="adj" fmla="val 5233"/>
            </a:avLst>
          </a:prstGeom>
          <a:solidFill>
            <a:srgbClr val="F4B4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5752" y="228600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3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MERGE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45752" y="2971800"/>
            <a:ext cx="1426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" y="42062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keeps the loop honest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452628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Plan registry + blast-radius guard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943600" y="4526280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pre-push hook rejects undeclared changes outside the approved plan — kills surprise mega-PRs.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4400" y="4910328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TDD evidence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943600" y="49103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shows the failing test first (RED), then the minimal change (GREEN) — the diff carries its own justification.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14400" y="529437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CI gate set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943600" y="5294376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manifests, lockstep versions, no-global-install, skill frontmatter integrity, engine tests, web-template query/migration sync.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14400" y="5678424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qa-triage before merge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943600" y="5678424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QA lane re-checks the change against the plan, not just the code.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85800" y="6172200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6158484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14884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mechanics verified by CI run and the live E2E adopt/doctor runs (slide 14).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SDD-TDD: decisions first, tests first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for what to build; test-driven for how to build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5257800" cy="3566160"/>
          </a:xfrm>
          <a:prstGeom prst="roundRect">
            <a:avLst>
              <a:gd name="adj" fmla="val 2308"/>
            </a:avLst>
          </a:prstGeom>
          <a:solidFill>
            <a:srgbClr val="FBF3E2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1488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 — SPEC-DRIVEN DESIGN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Decision-complete spec before any code: pm-epic-writing + pm-grill-with-docs against the docs.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 turns the approved spec into impl-plan.md (phases, decisions, risks, estimates) and tasks.md (dependency-ordered, each with acceptance criteria).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the contract the developer and the operator both sign.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agents are fluent but not omniscient — most failures in agentic delivery are design failures, not coding failures.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57800" cy="3566160"/>
          </a:xfrm>
          <a:prstGeom prst="roundRect">
            <a:avLst>
              <a:gd name="adj" fmla="val 2308"/>
            </a:avLst>
          </a:prstGeom>
          <a:solidFill>
            <a:srgbClr val="EAF5EC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1488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— TEST-FIRST PER TASK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37960" y="256032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 runs red–green–refactor per task: write the failing test first, observe it fail (evidence), implement the minimal change, reach green.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 only on green; rerun the affected suite.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= gates passed with pasted evidence — never a bare claim.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37960" y="5120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tests are the only machine-checkable record of intent — they make agent work auditable.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589788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per change: approve spec → approve plan → TDD each task → gates → PR. The SDD layer decides, the TDD layer proves.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from first command to merged PR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repo or established repo — the same guarded loop.</a:t>
            </a:r>
            <a:endParaRPr lang="en-US" sz="1500" dirty="0"/>
          </a:p>
        </p:txBody>
      </p:sp>
      <p:pic>
        <p:nvPicPr>
          <p:cNvPr id="5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109960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diagram: hand-authored SVG source in docs/slides/workflow-diagram.svg, lanes = operator · product manager · developer/qa/devops.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Prerequisites &amp; installation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commands to a working team. Verified by a live install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4206240" cy="3108960"/>
          </a:xfrm>
          <a:prstGeom prst="roundRect">
            <a:avLst>
              <a:gd name="adj" fmla="val 264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CLI (any supported model)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authenticated gh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perl, node/npm/npx, rsync (scaffold steps)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(marketplace source)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no infra, no server, no DB to provision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7091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by /asdlc-doctor before anything else runs.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166360" y="1965960"/>
            <a:ext cx="6355080" cy="3108960"/>
          </a:xfrm>
          <a:prstGeom prst="roundRect">
            <a:avLst>
              <a:gd name="adj" fmla="val 264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0680" y="214884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— 2 COMMANDS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40680" y="260604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40680" y="30175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40680" y="34747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/asdlc-doctor  →  check setup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40680" y="37947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/asdlc-project  →  new project   ·   /asdlc-adopt  →  existing repo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0680" y="420624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Updates: claude plugin update agentic-sdlc@agentic-sdlc — projects refresh via /asdlc-adopt.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40680" y="46177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global: no hooks, no telemetry, no writes outside the project you scaffold.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5486400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472684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48840" y="5513832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live during prep for this deck: marketplace add → install → /asdlc-doctor → /asdlc-adopt on a sandbox repo — all green (isolated CLAUDE_CONFIG_DIR, real GitHub marketplace).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617220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 set from doctor.sh: git, gh (authenticated), perl, node/npm/npx, rsync.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POCs, one week each, one engineer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Non-technical founders vibecoding with the framework on this machine.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10835640" cy="1051560"/>
          </a:xfrm>
          <a:prstGeom prst="roundRect">
            <a:avLst>
              <a:gd name="adj" fmla="val 7826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8483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 · HEALTHCARE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840480" y="205740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Non-technical founder. Installed the framework, worked with one supporting engineer. Delivered a complete working POC in one week — product surface, auth, data, deployment.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108960"/>
            <a:ext cx="10835640" cy="1051560"/>
          </a:xfrm>
          <a:prstGeom prst="roundRect">
            <a:avLst>
              <a:gd name="adj" fmla="val 7826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27355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· STAFFING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840480" y="324612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Non-technical founder. Same setup, same support model. Complete working POC in one week — recruitment workflow, notifications, publishing.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4297680"/>
            <a:ext cx="10835640" cy="1645920"/>
          </a:xfrm>
          <a:prstGeom prst="roundRect">
            <a:avLst>
              <a:gd name="adj" fmla="val 5000"/>
            </a:avLst>
          </a:prstGeom>
          <a:solidFill>
            <a:srgbClr val="FBF3E2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462272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grade: CASE STUDY — real, but not controlled. Read the confounds: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828032"/>
            <a:ext cx="102412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mix drifted: both clients started on Opus 4.8-class models and switched to Sonnet 4.6-class late in the build — outcome can't be attributed to the framework alone.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 tracking (we never wired accurate cost metering for Claude Code); token tracking only partial.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2, no control group, no competitor-plugin comparison.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5800" y="6053328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claim: repeatable setup (same machine, same framework, two different domains), one-week POC cadence, one-engineer support model — and that the framework was the constant.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EXPERIMENT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Benchmark: the traveling-friend repos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non-merge branches, same tasks, with and without the framework.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1920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931920" y="192024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traveling-friend-fe · traveling-friend-agentic-be — feature + backend, the same codebase for every run. Branches are non-merge by design: they never touch main.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43230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 — isolated change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2432304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 touching only FE or only BE — measures the framework's overhead on trivial surface.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94436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 — vertical feature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931920" y="2944368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+ BE both change (schema → API → UI) — the framework's core case: cross-layer coordination.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4564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3 — database changes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931920" y="345643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+ RLS + query changes — measures plan/QA discipline on risky surface.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396849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4 — refactor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931920" y="3968496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migration (LlamaIndex → LangChain/LangGraph) or convention cleanup — measures discipline without new features.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5 — ETL (optional)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931920" y="448056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 + AWS on free/limited accounts — pipeline work outside the scaffold's comfort zone.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5120640"/>
            <a:ext cx="10835640" cy="1051560"/>
          </a:xfrm>
          <a:prstGeom prst="roundRect">
            <a:avLst>
              <a:gd name="adj" fmla="val 7826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&amp; fairness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60120" y="5596128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three arms: (a) framework, (b) bare Claude Code, (c) a marketplace alternative. Metrics live outside the framework core (scripts + dashboard in the test harness repo, isolated from the plugin) so the framework cannot influence its own score. Branches are throwaway — results can't leak into product code.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6236208"/>
            <a:ext cx="718718" cy="237744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222492"/>
            <a:ext cx="7187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EXPERIMENT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Token-usage baseline: the measurement we're missing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track tokens, not costs — and we haven't benchmarked either. This is the fix.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1488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4800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 tracking — we never wired accurate cost metering for Claude Code (partial understanding at the time).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tracking exists but is partial and was never turned into a benchmark.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clients ran Opus 4.8-class early, Sonnet 4.6-class late — no clean model-controlled data.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inspection (grep over .claude/, plugin/, docs/): the framework ships ZERO token-optimization features. No auto-compact guidance, no budget skills, no context tooling.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9659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EAF0FB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1488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— CONTROLLED BASELINE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2560320"/>
            <a:ext cx="4800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framework via fcc-claude (Free Claude Code proxy, already wired): pin Opus-equivalent and Sonnet-equivalent models over OpenRouter.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CLAUDE_CONFIG_DIR per run; metering from API usage records (tokens in / tokens out per request).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tokens per task, tokens per agent role, tokens per gate (plan/TDD/review).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first, optimize after — candidates: auto-compact window, context7-style lookup, skill disclosure order.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2578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matters: without a token baseline, every 'cost' claim about agentic frameworks is vibes.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5897880"/>
            <a:ext cx="718718" cy="237744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884164"/>
            <a:ext cx="7187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148840" y="5925312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method: ripgrep for token|compact|context|optimiz across the repo — only credential-token hits found (global-engineering.md).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ACCOUNTING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Gaps, weaknesses, and what we knew at the time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limits, stated by the people who built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10835640" cy="621792"/>
          </a:xfrm>
          <a:prstGeom prst="roundRect">
            <a:avLst>
              <a:gd name="adj" fmla="val 13235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controlled benchmark yet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114800" y="19659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is designed (slide 16); repos (traveling-friend-*) not yet ready. Until it runs, 'better than bare Claude Code' is a hypothesis.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0287000" y="2084832"/>
            <a:ext cx="718718" cy="237744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87000" y="2071116"/>
            <a:ext cx="7187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85800" y="2587752"/>
            <a:ext cx="10835640" cy="621792"/>
          </a:xfrm>
          <a:prstGeom prst="roundRect">
            <a:avLst>
              <a:gd name="adj" fmla="val 13235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919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are confounded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0" y="2679192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n=2, model mix drifted (Opus 4.8 → Sonnet 4.6), no cost data, no control arm. Directional signal only.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0287000" y="2798064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7000" y="27843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3300984"/>
            <a:ext cx="10835640" cy="621792"/>
          </a:xfrm>
          <a:prstGeom prst="roundRect">
            <a:avLst>
              <a:gd name="adj" fmla="val 13235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9242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economy unmanaged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14800" y="339242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token-optimization features ship in the framework (verified by inspection). Baseline measurement comes first (slide 17).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10287000" y="3511296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87000" y="349758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85800" y="4014216"/>
            <a:ext cx="10835640" cy="621792"/>
          </a:xfrm>
          <a:prstGeom prst="roundRect">
            <a:avLst>
              <a:gd name="adj" fmla="val 13235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10565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at the time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114800" y="410565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installed globally and drifted — that failure is why v2's nothing-global invariant exists. Cost tracking was a known blind spot we didn't close before shipping.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10287000" y="4224528"/>
            <a:ext cx="861365" cy="237744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87000" y="4210812"/>
            <a:ext cx="8613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85800" y="4727448"/>
            <a:ext cx="10835640" cy="621792"/>
          </a:xfrm>
          <a:prstGeom prst="roundRect">
            <a:avLst>
              <a:gd name="adj" fmla="val 13235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8188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assumptions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114800" y="481888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doctor.sh and scaffold steps assume a unix-ish toolchain (rsync, perl); Windows needs git-bash. Windows-first testing on our side.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10287000" y="4937760"/>
            <a:ext cx="790042" cy="23774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287000" y="4924044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5800" y="5440680"/>
            <a:ext cx="10835640" cy="621792"/>
          </a:xfrm>
          <a:prstGeom prst="roundRect">
            <a:avLst>
              <a:gd name="adj" fmla="val 13235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5532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Model-dependence of skills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553212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quality tracks the underlying model. The framework raises the floor, not the ceiling.</a:t>
            </a:r>
            <a:endParaRPr lang="en-US" sz="1120" dirty="0"/>
          </a:p>
        </p:txBody>
      </p:sp>
      <p:sp>
        <p:nvSpPr>
          <p:cNvPr id="33" name="Shape 31"/>
          <p:cNvSpPr/>
          <p:nvPr/>
        </p:nvSpPr>
        <p:spPr>
          <a:xfrm>
            <a:off x="10287000" y="5650992"/>
            <a:ext cx="861365" cy="237744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87000" y="5637276"/>
            <a:ext cx="8613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85800" y="617220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claiming a solved discipline. We are claiming a repeatable, honest one.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built, and what we still owe you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team-shaped framework on the Claude Code harness: 4 agents, 16 skills, 4 commands, per-project isolation, zero global installs.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 planning, test-first implementation, evidence-gated delivery — hybrid SDD-TDD as the working loop.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Adopted, credited, and adapted — 6 skills from mattpocock/skills (MIT), the orchestration layer built in-house.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one-week POCs as directional evidence — with their confounds labeled on the slide.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controlled benchmark (traveling-friend repos, three arms, isolated harness) and a token-usage baseline — the honest next steps.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welcome — the confounds and the gaps are the part we're most interested in defending.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2026-08-28T14:46:40Z</dcterms:created>
  <dcterms:modified xsi:type="dcterms:W3CDTF">2026-08-28T14:46:40Z</dcterms:modified>
</cp:coreProperties>
</file>