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deck: rationale, workings, both diagrams, outputs, benchmarks, strengths &amp;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v2 model corrects v1's pipeline assumption; v1's overnight autonomy became drift (slide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 ships 5 commands; workflow skills live per project (stage-lane per the cycle diagram).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cycle is standard SDLC; the framework only owns the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human gates are where trust is built: spec, plan,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evidence/validate.py — it reproves the whole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concentrates where difficulty lives: plan-first discipline beats churn on hard engineering; simple tasks are parity-to-small-tax.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cost gap first, before they ask. The exclusions are design choices, not defects.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honesty: we grade our own claims and show the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2734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HARNESS  ·  PLUGIN  ·  v2.9.0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SDLC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AI-SDLC framework built from delivery experience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 ·  17 skills  ·  spec-first  ·  test-first  ·  evidence-gated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one of these grades: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57784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5040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557784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555040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57784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5A6B9E"/>
          </a:solidFill>
          <a:ln w="12700">
            <a:solidFill>
              <a:srgbClr val="5A6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5550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557784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7C8698"/>
          </a:solidFill>
          <a:ln w="12700">
            <a:solidFill>
              <a:srgbClr val="7C86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5550408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github.com/trac41799/claude-code-agentic-sdlc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team-shaped 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changed the bottleneck. The product is the process.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3401568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loss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cold.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88536" y="2148840"/>
            <a:ext cx="3401568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tax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62856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loses fidelity.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91272" y="2148840"/>
            <a:ext cx="3401568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shift it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65592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is process, not code.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879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86000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496312" y="406908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41879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96512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06824" y="406908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41879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07024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17336" y="406908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41879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17536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927848" y="406908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7848" y="41879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28048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38360" y="406908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38360" y="41879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502920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principles: nothing installs globally · no hooks · no auto-approve · all change via PR · the operator gates every decision.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85800" y="598932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5A6B9E"/>
          </a:solidFill>
          <a:ln w="12700">
            <a:solidFill>
              <a:srgbClr val="5A6B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9618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 · team · commands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decides, TDD proves — every gate is a human decision.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794760" cy="4160520"/>
          </a:xfrm>
          <a:prstGeom prst="roundRect">
            <a:avLst>
              <a:gd name="adj" fmla="val 2410"/>
            </a:avLst>
          </a:prstGeom>
          <a:solidFill>
            <a:srgbClr val="FBF3E2"/>
          </a:solidFill>
          <a:ln w="15875">
            <a:solidFill>
              <a:srgbClr val="B98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request → PDCA-ish chain: spec → plan → TDD → QA → PR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 before code — the plan is the contract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01421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Test-first: RED → GREEN → REFACTOR per task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67258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Done = gates passed with evidence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3309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phases: spec phase + build phase — each gated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09160" y="2057400"/>
            <a:ext cx="3154680" cy="4160520"/>
          </a:xfrm>
          <a:prstGeom prst="roundRect">
            <a:avLst>
              <a:gd name="adj" fmla="val 2899"/>
            </a:avLst>
          </a:prstGeom>
          <a:solidFill>
            <a:srgbClr val="EAF5EC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240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4 AGENTS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product-manager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0" y="29900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· epics · status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410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37760" y="37033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 · publishing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41239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44165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triage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48371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37760" y="51297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guardrails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5577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 · installed by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5833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/asdlc-project  ·  /asdlc-adopt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2440" y="2057400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21040" y="2697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/asdlc-project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new client project + team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3337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/asdlc-adopt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team into an existing repo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2104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/asdlc-doctor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 — prerequisites, layout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4617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/asdlc-tools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status-first CLI + Supabase MCP installer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5257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/asdlc-memory-cleanup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5532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memory tidy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SDLC cycle, two entry points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· brownfield · a skill lane per stage.</a:t>
            </a:r>
            <a:endParaRPr lang="en-US" sz="1800" dirty="0"/>
          </a:p>
        </p:txBody>
      </p:sp>
      <p:pic>
        <p:nvPicPr>
          <p:cNvPr id="5" name="Image 0" descr="D:\TRANSFER DATA\Coding\claude-code-agentic-sdlc\docs\slides/sdlc-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10881360" cy="3950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a skill; every entry has a command — /asdlc-project (new) · /asdlc-adopt (existing) · /asdlc-doctor verifies anytime.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 → merged PR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gate · plan gate · TDD per task · QA before merge.</a:t>
            </a:r>
            <a:endParaRPr lang="en-US" sz="1800" dirty="0"/>
          </a:p>
        </p:txBody>
      </p:sp>
      <p:pic>
        <p:nvPicPr>
          <p:cNvPr id="5" name="Image 0" descr="D:\TRANSFER DATA\Coding\claude-code-agentic-sdlc\docs\slides/workflow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0"/>
            <a:ext cx="11384280" cy="4133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126480"/>
            <a:ext cx="11384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lanes, two approvals, one PR — the human decides, the team executes, gates hold.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run leaves behind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frozen task (BE SSE proxy): bare vs framework arm.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BARE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63640" y="18288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ACTIVATED</a:t>
            </a:r>
            <a:endParaRPr lang="en-US" sz="1500" dirty="0"/>
          </a:p>
        </p:txBody>
      </p:sp>
      <p:pic>
        <p:nvPicPr>
          <p:cNvPr id="7" name="Image 0" descr="D:\TRANSFER DATA\Coding\claude-code-agentic-sdlc\docs\slides/evidence-be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94560"/>
            <a:ext cx="4617720" cy="3328416"/>
          </a:xfrm>
          <a:prstGeom prst="rect">
            <a:avLst/>
          </a:prstGeom>
        </p:spPr>
      </p:pic>
      <p:pic>
        <p:nvPicPr>
          <p:cNvPr id="8" name="Image 1" descr="D:\TRANSFER DATA\Coding\claude-code-agentic-sdlc\docs\slides/evidence-be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94560"/>
            <a:ext cx="4617720" cy="33284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Bare: code + tests only. Framework arm: code + tests + .claude/ team + .specify/ (spec · plan · tasks) + docs/product + docs/qa — the traceability trail.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94360" y="617220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projects + session JSONs + trees are in evidence/ · python evidence/validate.py reruns every gate — 12/12 claims reproduce.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· SAME MODEL, FROZEN TASKS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Measured: bare vs passive vs activated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R1–R4 incremental + greenfield suite — metered, non-merge, one pin.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BARE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A′ · PASSIVE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18288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ACTIVATED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31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add-tests (trivial)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22311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$0.63 · 6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2311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$0.62 · 7 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23113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$0.47 · 10 tests · 2.5× turns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852928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809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DB + RLS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29809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 · 11 tests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9809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$0.27 · 11 tests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29809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$0.67 · 11 tests + plan/QA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602736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30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vertical FE+BE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0" y="37307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$0.94 · 4 tests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7307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3730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$0.98 · 4 tests + plan/tasks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352544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fragile refactor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57600" y="4480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· restraint pass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4480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advisory violated · prod-correct when approved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5349240"/>
            <a:ext cx="10835640" cy="1234440"/>
          </a:xfrm>
          <a:prstGeom prst="roundRect">
            <a:avLst>
              <a:gd name="adj" fmla="val 7407"/>
            </a:avLst>
          </a:prstGeom>
          <a:solidFill>
            <a:srgbClr val="EAF5EC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68112"/>
            <a:ext cx="10378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 · GREENFIELD-3 (rate-limited SSE proxy): B 27.4 min · $2.84 · 22 tests — A 6.5 min · $1.08 · 24 tests + spec/plan/tasks/QA. 4.2× faster.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5870448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poles: passive ≈ bare (placebo) · N=1 per cell · cost basis provider-unknown (GAP-ANALYSIS.md) · devops lanes unmeasured offline.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617220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frozen cases · E2E pipeline · FE virtualized feed · BE SSE proxy (hard) · DB+ETL 1M rows — repro: bench/greenfield.py --task bench/tasks/... · details: deck slide 13 + docs/benchmarks/BENCHMARK-SUMMARY.md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YARDSTICKS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· weaknesses · deliberate cuts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first — then what we left out by design.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AF5EC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860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(VERIFIED)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 where difficulty lives — 4.2× faster on the hard case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0998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Traceability in 8/8 A-runs; zero in bare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502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install · marketplace updates · CLI-first stack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3904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Reproducible: evidence/ + validate.py (12/12)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5262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BF3E2"/>
          </a:solidFill>
          <a:ln w="15875">
            <a:solidFill>
              <a:srgbClr val="B9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7091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(VERIFIED)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loop missing — no trusted metering/budgets (GAP-ANALYSIS G1)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5504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Guardrails advisory, not mechanical (R4 inversion)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5888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N=1 per bench cell · devops lanes offline-unmeasurable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210312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2860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INCLUDED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2697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hooks / auto-runtime / silent telemetry — v1 lesson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099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auto-approve — every gate is a human decision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35021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marketing agent lanes — removed v2.6.0 (unmeasured)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37960" y="39044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permissions grants — Bash(*) killed v1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43068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global memory — repo artifacts ARE the memory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37960" y="58064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LIST: trusted cost loop · CI plan-vs-PR enforcement · N≥3 headlines · devops staging smoke · second-model matrix.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solidFill>
            <a:srgbClr val="2734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from experience. Graded by evidence.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value concentrates on hard engineering — measured, reproducible, labeled.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shown, not hidden (cost metering, advisory guardrails, N=1 cells).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first: experiments live on the fork; the official ex-company repo stays read-only.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ships in the repo: github.com/trac41799/claude-code-agentic-sdlc (evidence/ · docs/demo/live-demo-guide.md · docs/benchmarks/BENCHMARK-SUMMARY.md)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solved discipline — a repeatable, honest one.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— condensed (9 slides)</dc:title>
  <dc:subject>PptxGenJS Presentation</dc:subject>
  <dc:creator>Agentic SDLC</dc:creator>
  <cp:lastModifiedBy>Agentic SDLC</cp:lastModifiedBy>
  <cp:revision>1</cp:revision>
  <dcterms:created xsi:type="dcterms:W3CDTF">2026-08-31T10:11:36Z</dcterms:created>
  <dcterms:modified xsi:type="dcterms:W3CDTF">2026-08-31T10:11:36Z</dcterms:modified>
</cp:coreProperties>
</file>