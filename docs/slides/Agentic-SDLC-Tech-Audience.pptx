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out loud BEFORE they ask — the wrong-model probe is the proof we don't hide. Exclusions: read the v1 lesson slide before they suggest 'just enable hooks'.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52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= Next.js on Vercel + Supabase — the same stack a new client adopts in days, with no infra decisions.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92640" y="5852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58247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75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0" y="1975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5000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04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evidence — trees + bench projects + validator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4048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 (README · manifest · validate.py)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277977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834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0954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644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2644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63931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9417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36941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06908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1239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4123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449884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5537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5537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492861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9834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983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85800" y="535838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132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54132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85800" y="578815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8430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58430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we lack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 first — then what we deliberately left out · full analysis: GAP-ANALYSIS.md.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7004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HIGH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67004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 — cost basis unknown, cache reads inflate A+wave 5–8×; no per-task budget; a wrong-model probe ($0.17/turn) slipped through.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3236976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not mechanical — R4 pushed a fragile-file change through an operator approval; no CI check enforces plan-vs-PR files.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· 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3803904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N=1 — variance unmeasured; the 4.2× headline is one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437083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CI/Vercel/rollback lanes never fire offline — live-tested only, no regression cell.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· MED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493776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exists (hooks + PR windows) — public evidence still pending.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0906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3814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7856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1330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SWE-bench floor — documented trade-off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44805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828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wave loop in canonical — negative in headless 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 · next: trusted cost loop (pin check + baseline + budgets) · CI plan-vs-PR + fragile-file enforcement · headline cells N≥3 · devops staging smoke · second-model matrix.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62636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362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6291072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list is provable; exclusions are design choices, not defects — both are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trusted cost loop · CI plan-vs-PR enforcement · N≥3 headline cells · devops staging smoke · second-model matrix.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2026-08-31T07:17:28Z</dcterms:created>
  <dcterms:modified xsi:type="dcterms:W3CDTF">2026-08-31T07:17:28Z</dcterms:modified>
</cp:coreProperties>
</file>