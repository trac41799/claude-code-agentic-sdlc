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claim is graded. Honestly — we grade our own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starting model: linear pipeline. The framework is its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Learned from v1's machine drift; v2 encodes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Canvas: mark the plan-protocol claim as the most original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Company stack today and the fastest onboarding stack: Claude Code harness, GitHub PRs, Vercel deploys, Supabase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will ask 'what's original' - answer honestly before they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roster; the method is the chain: spec gate -&gt; plan gate -&gt; TDD -&gt; QA -&gt;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Greenfield: /asdlc-project. Brownfield: /asdlc-adopt. Doctor verifies at any stage. Each stage = one skill lane.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Operator decides, PM serializes, dev/qa execute with gates. Three lanes, two approvals, one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 verified live via fcc-claude earlier. Cases: named, and confounds labeled.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Methodology slide exists so the results are read with their confounds in frame, not as bare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bench-kit table. Read the B line out loud: halted at max_turns with more spent. The framework's value concentrates exactly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runs, 3 arms, real numbers, real gaps. Read the R4 line out loud: the guardrail is advisory — that is the honesty that earns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slide time: every artifact referenced here exists and is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gaps. That is the part we defend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HARNESS  ·  PLUGIN  ·  v2.8.0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SDLC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731520" y="28803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AI-SDLC framework built from delivery experience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 ·  17 skills  ·  spec-first  ·  test-first  ·  evidence-gated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one of these grades: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56235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5961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562356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559612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562356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559612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562356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559612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5669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E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github.com/trac41799/claude-code-agentic-sdlc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team-shaped framework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changed the bottleneck. The product is the process.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loss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starts cold.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288536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Handoff tax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62856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loses fidelity.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91272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shift it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8165592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is process, not code.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8580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86000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496312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96312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096512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06824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07024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17336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17336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717536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27848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27848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528048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73836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3836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5800" y="562356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B5E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standard SDLC, agent-executed: from idea to clean POC.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5800" y="612648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099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market asked for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5856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474720" y="225856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AND non-technical founders, one engineer of support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5800" y="3044952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474720" y="31546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→ working POC in days — clean codebase + docs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85800" y="3941064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5079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405079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Greenfield-first \u00B7 maps to standard SDLC phases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85800" y="4837176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946904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74720" y="4946904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 — the human decides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85800" y="553212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 we imposed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5800" y="603504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  ·  no hooks  ·  all change via PR  ·  operator gates every decision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repo, three layers, five decisions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· runtime · product — each decision kills a known failure.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5798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MARKETPLACE = CANONICAL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4871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update via marketplace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85800" y="2999232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EAF0FB"/>
          </a:solidFill>
          <a:ln w="15875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05409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PER-PROJECT TEAM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3832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· 17 skills · in project .claude/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85800" y="3895344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F4F9F5"/>
          </a:solidFill>
          <a:ln w="15875">
            <a:solidFill>
              <a:srgbClr val="F4F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9502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SCAFFOLD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2793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Supabase · Vercel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15798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92240" y="248716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drift killed v1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09360" y="2889504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94436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agents, skills on demand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92240" y="327355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budget stays deliberate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09360" y="3675888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30752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92240" y="405993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undeclared mega-PRs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09360" y="4462272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517136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updates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92240" y="4846320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zip/curl to rot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09360" y="5248656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530352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at spec/plan/PR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92240" y="563270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decides, team executes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85800" y="60807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60533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194560" y="610819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enforces manifests, lockstep versions, counts, no-global-install.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 the team lives in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 · the change · the delivery · the data — also the fastest client onboarding stack.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128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337560" y="22860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22585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7432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· skills · slash commands. Every gate (spec · plan · PR) is an operator decision in the loop.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 the 4-agent team executes 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2103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2128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915400" y="2286000"/>
            <a:ext cx="126187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2258568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&amp; CI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27432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change via PR, never self-merged. CI enforces manifests, version lockstep, skill counts, no-global-install.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trail and the merge gate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39319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3337560" y="411480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08736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per PR · prod from main. The Deploy lane of the cycle — what clients see as “it went live”.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52578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 deploys; preview URLs on every PR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63640" y="39319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915400" y="4114800"/>
            <a:ext cx="126187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15400" y="4087368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AUTH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Auth + Storage in the scaffold, free tier. No infra decisions for a new client.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92240" y="52578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and identity in the project scaffold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5800" y="5852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= Next.js on Vercel + Supabase — the same stack a new client adopts in days, with no infra decisions.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692640" y="58521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92640" y="58247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Adopted vs built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MIT-credited adaptions; the orchestration layer is ours.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5349240" cy="3383280"/>
          </a:xfrm>
          <a:prstGeom prst="roundRect">
            <a:avLst>
              <a:gd name="adj" fmla="val 2703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7744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· mattpocock/skills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29718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443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DEV-TDD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297180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294436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QA-TRIAGE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3538728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511296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GRILL-WITH-DOCS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353872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3511296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TO-ISSUES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60120" y="4105656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07822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SETUP-PRE-COMMIT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29000" y="4105656"/>
            <a:ext cx="15361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4078224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GIT-GUARDRAILS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48920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Adapted, kept MIT credit, wired into the team.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63640" y="2194560"/>
            <a:ext cx="5257800" cy="3383280"/>
          </a:xfrm>
          <a:prstGeom prst="roundRect">
            <a:avLst>
              <a:gd name="adj" fmla="val 2703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23774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IN-HOUSE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537960" y="2971800"/>
            <a:ext cx="208483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2944368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 ENGINE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23960" y="2971800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23960" y="2944368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DEV-FEATURE-PLAN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37960" y="3538728"/>
            <a:ext cx="199339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51129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CHAIN (5 SKILLS)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823960" y="3538728"/>
            <a:ext cx="181051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0" y="3511296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DEVOPS-CICD · OPS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37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37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WEB-PUBLISHER-PUBLISH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23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23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+ SCAFFOLD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37960" y="489204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hybrid: industry patterns + orchestration layer.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85800" y="598932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596188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194560" y="60167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verified per skill frontmatter.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+ method: SDD decides, TDD proves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product-manager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86968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· epics · status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47288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48456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48456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impl. · publishing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09944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triage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970264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71432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171432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6576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 start without an approved plan. No self-merges. All change via PR.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85800" y="443484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6177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SPEC-FIRST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507492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before code. Plan is the contract.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557784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approves spec AND plan.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263640" y="443484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61772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TEST-FIRST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37960" y="507492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first, then minimal green. Refactor.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537960" y="557784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= gates passed with evidence.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SDLC cycle, two entry points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· brownfield · slash commands mark every stage.</a:t>
            </a:r>
            <a:endParaRPr lang="en-US" sz="2000" dirty="0"/>
          </a:p>
        </p:txBody>
      </p:sp>
      <p:pic>
        <p:nvPicPr>
          <p:cNvPr id="5" name="Image 0" descr="D:\TRANSFER DATA\Coding\claude-code-agentic-sdlc\docs\slides/sdlc-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10881360" cy="3950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stages, standard SDLC — the framework maps a skill to each stage and a command to each entry.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request: first command → merged PR</a:t>
            </a:r>
            <a:endParaRPr lang="en-US" sz="4400" dirty="0"/>
          </a:p>
        </p:txBody>
      </p:sp>
      <p:pic>
        <p:nvPicPr>
          <p:cNvPr id="4" name="Image 0" descr="D:\TRANSFER DATA\Coding\claude-code-agentic-sdlc\docs\slides/workflow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11384280" cy="41330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6080760"/>
            <a:ext cx="11384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gate · plan gate · TDD per task · QA before merge — the diagram IS the two-phase story.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&amp;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commands. Two one-week POCs.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0574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trac41799/claude-code-agentic-sdlc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agentic-sdlc@agentic-sdlc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315468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/asdlc-doctor · /asdlc-project (new repo) · /asdlc-adopt (existing)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47472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script (one request → tested, logging API in 10 min): docs/demo/live-demo-guide.md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3749040"/>
            <a:ext cx="10835640" cy="86868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895344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WorkHealthyAustralia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023360" y="385876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· healthcare — janet.care (personal healthcare AI-assistant) + occuspan.com · POC in 1 week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4754880"/>
            <a:ext cx="10835640" cy="86868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901184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DOXA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023360" y="486460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· staffing — multiple projects under NDA · POC in 1 week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576072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non-technical founders, one engineer of support, one engineer of trust.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617220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614476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619963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Confounded: model mix drifted mid-build · no cost tracking · n = 2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FIRST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benchmark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before numbers — same model, frozen tasks, metered, non-merge.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5856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88920" y="225856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· A′ framework passive · A framework activated (routing + lanes)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91693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026664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88920" y="3026664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· same model pin · identical frozen task text · same tooling flags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685032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794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88920" y="379476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JSON: turns, tokens in/out, cost · wall clock · outcome gates (pytest / node --test)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45312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6285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88920" y="456285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acceptance (no live DB, no deploys) · exp branches, never merged to main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22122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3309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8920" y="533095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+ hidden rubric checks (crash-safety, idempotency, concurrency) + traceability (spec→plan→tasks artifacts)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6035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this deck's results slide came from the bench kit in the repo — rerun any cell with one command (docs/benchmarks/BENCHMARK-SUMMARY.md).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RAW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 output, verbatim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bench-kit output — GREENFIELD-3 (rate-limited SSE proxy), same model, same brief.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5349240" cy="3520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286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           A activated      B bare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5786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 (min)           6.5          27.4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287121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turns                 56            61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6868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               1.08          2.84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4564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tokens          50991         85443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749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tokens         42779        144366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40416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3342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gate: pytest tests/ -q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68680" y="462686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-&gt; 24 passed (run 3, stable)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8680" y="49194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 -&gt; 22 passed · halted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68680" y="5212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terminal: max_turns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68680" y="5623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completed at 56 turns · B: stopped mid-tool-use at 61 (max_turns)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0" y="2148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— 27.4 min · $2.84 · 22 tests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4323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27157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spec · no plan · no tasks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2999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session halted before completion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2826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3566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activated — 6.5 min · $1.08 · 24 tests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38496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  docs/qa/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41330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docs/product/product.md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0" y="44165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.specify/features/rate-limited-sse-proxy/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470001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spec.md  impl-plan.md  tasks.md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0" y="4983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QA lane verified the work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5800" y="603504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are the difference: the framework arm left a traceability trail — and finished 4.2× faster.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4 RUNS, 3 ARMS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Measured: bare vs passive vs activated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repos · same frozen tasks · same model · metered. Froam exp branches (non-merge).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749040" y="1828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09360" y="1828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A′ · PASSIVE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0" y="1828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14884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76856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add-tests (trivial)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49040" y="227685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$0.63 · 6 tests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09360" y="227685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$0.62 · 7 tests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9680" y="2276856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$0.47 · 10 tests · 2.5× turns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289864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26664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DB + RLS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49040" y="3026664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$0.22 · 11 tests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09360" y="3026664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$0.27 · 11 tests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869680" y="3026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$0.67 · 11 tests + plan/QA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364845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77647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fragile refactor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749040" y="377647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· restraint pass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09360" y="377647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869680" y="37764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violated (guardrail advisory) · prod-correct when approved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439826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52628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vertical FE+BE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749040" y="4526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$0.94 · 4 tests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09360" y="4526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869680" y="45262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$0.98 · 4 tests + plan/tasks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85800" y="5486400"/>
            <a:ext cx="10835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passive ≈ bare (placebo) · activation tax scales with ceremony, benefit with risk · restraint is advisory, not structural · QA lane is the value on risky approved change.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85800" y="608076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gap fixed via dev-agent-router (16→17 skills) · DeepSeek pin since R2 · world anchor: SWE-bench-style floor check pending.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is in the repo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· bench kit · evidence · demo guide — one link each, all public.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2199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· plugin · bench kit · deck source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92240" y="22219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github.com/trac41799/claude-code-agentic-sdlc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660904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73405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evidence — 12 runs, repro commands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273405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github.com/trac41799/claude-code-agentic-sdlc/blob/main/docs/benchmarks/BENCHMARK-SUMMARY.md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172968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46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run guide (≤10 min)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92240" y="3246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github.com/trac41799/claude-code-agentic-sdlc/blob/main/docs/demo/live-demo-guide.md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3685032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75818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setup — 5 prompts for non-technical founders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375818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github.com/trac41799/claude-code-agentic-sdlc/blob/main/docs/guide/CLIENT-SETUP.md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" y="4197096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2702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product — FE (froam)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92240" y="427024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github.com/trac41799/froam-journey-platform-fe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85800" y="4709160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78231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product — BE (froam)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92240" y="47823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github.com/trac41799/travelbuddy-agentic-be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5800" y="5221224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29437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cases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92240" y="529437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janet.care · occuspan.com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85800" y="5733288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806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stack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92240" y="58064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claude.com · github.com · vercel.com · supabase.com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5800" y="612648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results slides reruns with one command from the bench kit — same model, same frozen briefs, non-merge branches.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experience. Graded by evidence.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10698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12 metered runs — value proven where difficulty lives; gaps labeled, not hidden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Tokens: no budget yet — cheap to meter, baseline next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SDD + TDD + 4-agent team — 12 measured runs + two POCs; lab confounds labeled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Human-hour ratio: measured via hooks + PR windows — target 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token budget baseline · SWE-bench-style floor check · telemetry on live traffic.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solved discipline — a repeatable, honest one.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— An experience-driven AI-SDLC framework for the Claude Code harness</dc:title>
  <dc:subject>PptxGenJS Presentation</dc:subject>
  <dc:creator>Agentic SDLC</dc:creator>
  <cp:lastModifiedBy>Agentic SDLC</cp:lastModifiedBy>
  <cp:revision>1</cp:revision>
  <dcterms:created xsi:type="dcterms:W3CDTF">2026-08-31T01:10:26Z</dcterms:created>
  <dcterms:modified xsi:type="dcterms:W3CDTF">2026-08-31T01:10:26Z</dcterms:modified>
</cp:coreProperties>
</file>